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7" r:id="rId2"/>
    <p:sldId id="280" r:id="rId3"/>
    <p:sldId id="285" r:id="rId4"/>
    <p:sldId id="284" r:id="rId5"/>
    <p:sldId id="281" r:id="rId6"/>
    <p:sldId id="282" r:id="rId7"/>
    <p:sldId id="278" r:id="rId8"/>
    <p:sldId id="279" r:id="rId9"/>
    <p:sldId id="28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7053" autoAdjust="0"/>
  </p:normalViewPr>
  <p:slideViewPr>
    <p:cSldViewPr snapToGrid="0">
      <p:cViewPr varScale="1">
        <p:scale>
          <a:sx n="83" d="100"/>
          <a:sy n="83" d="100"/>
        </p:scale>
        <p:origin x="96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-173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A46B7-F8A7-48F7-94B6-CC7A43BDA2A1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AC36F-B819-4550-B9C2-AC4365B7B0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862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AAC36F-B819-4550-B9C2-AC4365B7B05F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455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93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21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44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76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324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573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5" name="Picture 2" descr="C:\Users\lmj\Desktop\1_VRlab\2017-06-17(인체관절그림수정)\LOA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4205" y="0"/>
            <a:ext cx="586359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349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7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83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40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D4DA9-D5FD-4991-BAF3-75C6D6C0E43F}" type="datetimeFigureOut">
              <a:rPr lang="ko-KR" altLang="en-US" smtClean="0"/>
              <a:pPr/>
              <a:t>2020-07-03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2CC4C-D7A8-4491-9B6C-D522DF52A9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90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타원 5"/>
          <p:cNvSpPr/>
          <p:nvPr/>
        </p:nvSpPr>
        <p:spPr>
          <a:xfrm>
            <a:off x="6654043" y="1333202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5490827" y="1333202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279331" y="3498110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812662" y="3498110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324359" y="6056047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5776963" y="6056047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/>
        </p:nvCxnSpPr>
        <p:spPr>
          <a:xfrm>
            <a:off x="6731000" y="13843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12" idx="6"/>
            <a:endCxn id="59" idx="1"/>
          </p:cNvCxnSpPr>
          <p:nvPr/>
        </p:nvCxnSpPr>
        <p:spPr>
          <a:xfrm>
            <a:off x="6920662" y="3552110"/>
            <a:ext cx="673938" cy="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62" idx="6"/>
          </p:cNvCxnSpPr>
          <p:nvPr/>
        </p:nvCxnSpPr>
        <p:spPr>
          <a:xfrm>
            <a:off x="6378397" y="5855554"/>
            <a:ext cx="685343" cy="7693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endCxn id="71" idx="1"/>
          </p:cNvCxnSpPr>
          <p:nvPr/>
        </p:nvCxnSpPr>
        <p:spPr>
          <a:xfrm>
            <a:off x="6388100" y="6115050"/>
            <a:ext cx="731805" cy="14105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 flipH="1">
            <a:off x="4787900" y="13843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stCxn id="11" idx="2"/>
            <a:endCxn id="61" idx="1"/>
          </p:cNvCxnSpPr>
          <p:nvPr/>
        </p:nvCxnSpPr>
        <p:spPr>
          <a:xfrm flipH="1">
            <a:off x="4656520" y="3552110"/>
            <a:ext cx="622811" cy="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>
            <a:stCxn id="80" idx="6"/>
          </p:cNvCxnSpPr>
          <p:nvPr/>
        </p:nvCxnSpPr>
        <p:spPr>
          <a:xfrm rot="10800000" flipV="1">
            <a:off x="5137150" y="5855554"/>
            <a:ext cx="674288" cy="7693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>
            <a:endCxn id="72" idx="3"/>
          </p:cNvCxnSpPr>
          <p:nvPr/>
        </p:nvCxnSpPr>
        <p:spPr>
          <a:xfrm flipH="1">
            <a:off x="5130800" y="6115050"/>
            <a:ext cx="704850" cy="12594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54900" y="1244600"/>
            <a:ext cx="83708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l_upperarm</a:t>
            </a:r>
            <a:endParaRPr lang="ko-KR" alt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l_forearm</a:t>
            </a:r>
            <a:endParaRPr lang="ko-KR" alt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7086600" y="4616450"/>
            <a:ext cx="47160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l_calf</a:t>
            </a:r>
            <a:endParaRPr lang="ko-KR" altLang="en-US" sz="1000" dirty="0"/>
          </a:p>
        </p:txBody>
      </p:sp>
      <p:sp>
        <p:nvSpPr>
          <p:cNvPr id="93" name="TextBox 92"/>
          <p:cNvSpPr txBox="1"/>
          <p:nvPr/>
        </p:nvSpPr>
        <p:spPr>
          <a:xfrm flipH="1">
            <a:off x="4000500" y="1244600"/>
            <a:ext cx="84991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r_upperarm</a:t>
            </a:r>
            <a:endParaRPr lang="ko-KR" altLang="en-US" sz="1000" dirty="0"/>
          </a:p>
        </p:txBody>
      </p:sp>
      <p:sp>
        <p:nvSpPr>
          <p:cNvPr id="94" name="TextBox 93"/>
          <p:cNvSpPr txBox="1"/>
          <p:nvPr/>
        </p:nvSpPr>
        <p:spPr>
          <a:xfrm flipH="1">
            <a:off x="4021038" y="2565400"/>
            <a:ext cx="73930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r_forearm</a:t>
            </a:r>
            <a:endParaRPr lang="ko-KR" altLang="en-US" sz="1000" dirty="0"/>
          </a:p>
        </p:txBody>
      </p:sp>
      <p:sp>
        <p:nvSpPr>
          <p:cNvPr id="97" name="TextBox 96"/>
          <p:cNvSpPr txBox="1"/>
          <p:nvPr/>
        </p:nvSpPr>
        <p:spPr>
          <a:xfrm flipH="1">
            <a:off x="4671767" y="4616450"/>
            <a:ext cx="484428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r_calf</a:t>
            </a:r>
            <a:endParaRPr lang="ko-KR" alt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7594600" y="3429000"/>
            <a:ext cx="62068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l_carpal</a:t>
            </a:r>
            <a:endParaRPr lang="en-US" altLang="ko-KR" sz="1000" dirty="0"/>
          </a:p>
        </p:txBody>
      </p:sp>
      <p:sp>
        <p:nvSpPr>
          <p:cNvPr id="61" name="TextBox 60"/>
          <p:cNvSpPr txBox="1"/>
          <p:nvPr/>
        </p:nvSpPr>
        <p:spPr>
          <a:xfrm flipH="1">
            <a:off x="4023013" y="3429000"/>
            <a:ext cx="6335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r_carpal</a:t>
            </a:r>
            <a:endParaRPr lang="en-US" altLang="ko-KR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7125554" y="5807789"/>
            <a:ext cx="5453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l_talus</a:t>
            </a:r>
            <a:endParaRPr lang="en-US" altLang="ko-KR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4585458" y="5807788"/>
            <a:ext cx="55816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r_talus</a:t>
            </a:r>
            <a:endParaRPr lang="ko-KR" altLang="en-US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7119905" y="6056047"/>
            <a:ext cx="151526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l_tarsal_proximal_phalanx</a:t>
            </a:r>
            <a:endParaRPr lang="ko-KR" alt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3615532" y="6040936"/>
            <a:ext cx="151526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r_tarsal_proximal_phalanx</a:t>
            </a:r>
            <a:endParaRPr lang="ko-KR" altLang="en-US" sz="1000" dirty="0"/>
          </a:p>
        </p:txBody>
      </p:sp>
      <p:sp>
        <p:nvSpPr>
          <p:cNvPr id="62" name="타원 61"/>
          <p:cNvSpPr/>
          <p:nvPr/>
        </p:nvSpPr>
        <p:spPr>
          <a:xfrm>
            <a:off x="6270397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/>
          <p:cNvSpPr/>
          <p:nvPr/>
        </p:nvSpPr>
        <p:spPr>
          <a:xfrm flipH="1">
            <a:off x="5811438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190" name="타원 189"/>
          <p:cNvSpPr/>
          <p:nvPr/>
        </p:nvSpPr>
        <p:spPr>
          <a:xfrm>
            <a:off x="6049648" y="782338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" name="직선 연결선 190"/>
          <p:cNvCxnSpPr>
            <a:stCxn id="190" idx="6"/>
            <a:endCxn id="192" idx="1"/>
          </p:cNvCxnSpPr>
          <p:nvPr/>
        </p:nvCxnSpPr>
        <p:spPr>
          <a:xfrm flipV="1">
            <a:off x="6157648" y="728741"/>
            <a:ext cx="540809" cy="107597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98457" y="605630"/>
            <a:ext cx="44275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skull</a:t>
            </a:r>
            <a:endParaRPr lang="ko-KR" altLang="en-US" sz="1000" dirty="0"/>
          </a:p>
        </p:txBody>
      </p:sp>
      <p:sp>
        <p:nvSpPr>
          <p:cNvPr id="123" name="타원 122"/>
          <p:cNvSpPr/>
          <p:nvPr/>
        </p:nvSpPr>
        <p:spPr>
          <a:xfrm>
            <a:off x="6049648" y="29194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연결선 123"/>
          <p:cNvCxnSpPr>
            <a:stCxn id="123" idx="2"/>
            <a:endCxn id="125" idx="3"/>
          </p:cNvCxnSpPr>
          <p:nvPr/>
        </p:nvCxnSpPr>
        <p:spPr>
          <a:xfrm flipH="1" flipV="1">
            <a:off x="5155263" y="2946477"/>
            <a:ext cx="894385" cy="26999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697413" y="2823366"/>
            <a:ext cx="45785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l5</a:t>
            </a:r>
            <a:endParaRPr lang="ko-KR" altLang="en-US" sz="1000" dirty="0"/>
          </a:p>
        </p:txBody>
      </p:sp>
      <p:sp>
        <p:nvSpPr>
          <p:cNvPr id="111" name="타원 110"/>
          <p:cNvSpPr/>
          <p:nvPr/>
        </p:nvSpPr>
        <p:spPr>
          <a:xfrm>
            <a:off x="6049648" y="30297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연결선 111"/>
          <p:cNvCxnSpPr>
            <a:stCxn id="111" idx="6"/>
            <a:endCxn id="113" idx="1"/>
          </p:cNvCxnSpPr>
          <p:nvPr/>
        </p:nvCxnSpPr>
        <p:spPr>
          <a:xfrm flipV="1">
            <a:off x="6157648" y="2992612"/>
            <a:ext cx="719778" cy="9114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877426" y="2869501"/>
            <a:ext cx="51328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pelvis</a:t>
            </a:r>
            <a:endParaRPr lang="ko-KR" altLang="en-US" sz="1000" dirty="0"/>
          </a:p>
        </p:txBody>
      </p:sp>
      <p:sp>
        <p:nvSpPr>
          <p:cNvPr id="115" name="타원 114"/>
          <p:cNvSpPr/>
          <p:nvPr/>
        </p:nvSpPr>
        <p:spPr>
          <a:xfrm>
            <a:off x="6049648" y="313770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6" name="직선 연결선 115"/>
          <p:cNvCxnSpPr/>
          <p:nvPr/>
        </p:nvCxnSpPr>
        <p:spPr>
          <a:xfrm rot="5400000">
            <a:off x="5870575" y="3420447"/>
            <a:ext cx="4635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802988" y="3664922"/>
            <a:ext cx="59984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/>
              <a:t>sacrum</a:t>
            </a:r>
            <a:endParaRPr lang="ko-KR" altLang="en-US" sz="1000" dirty="0"/>
          </a:p>
        </p:txBody>
      </p:sp>
      <p:sp>
        <p:nvSpPr>
          <p:cNvPr id="105" name="타원 104"/>
          <p:cNvSpPr/>
          <p:nvPr/>
        </p:nvSpPr>
        <p:spPr>
          <a:xfrm>
            <a:off x="5728519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>
            <a:off x="6352668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/>
          <p:cNvSpPr txBox="1"/>
          <p:nvPr/>
        </p:nvSpPr>
        <p:spPr>
          <a:xfrm flipH="1">
            <a:off x="4310750" y="3130981"/>
            <a:ext cx="58541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r_thigh</a:t>
            </a:r>
            <a:endParaRPr lang="ko-KR" altLang="en-US" sz="1000" dirty="0"/>
          </a:p>
        </p:txBody>
      </p:sp>
      <p:cxnSp>
        <p:nvCxnSpPr>
          <p:cNvPr id="108" name="직선 연결선 107"/>
          <p:cNvCxnSpPr/>
          <p:nvPr/>
        </p:nvCxnSpPr>
        <p:spPr>
          <a:xfrm flipV="1">
            <a:off x="4896167" y="3254091"/>
            <a:ext cx="832352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292384" y="3130981"/>
            <a:ext cx="57259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l_thigh</a:t>
            </a:r>
            <a:endParaRPr lang="ko-KR" altLang="en-US" sz="1000" dirty="0"/>
          </a:p>
        </p:txBody>
      </p:sp>
      <p:cxnSp>
        <p:nvCxnSpPr>
          <p:cNvPr id="110" name="직선 연결선 109"/>
          <p:cNvCxnSpPr>
            <a:stCxn id="106" idx="6"/>
            <a:endCxn id="109" idx="1"/>
          </p:cNvCxnSpPr>
          <p:nvPr/>
        </p:nvCxnSpPr>
        <p:spPr>
          <a:xfrm>
            <a:off x="6460668" y="3254091"/>
            <a:ext cx="831716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/>
          <p:cNvGrpSpPr/>
          <p:nvPr/>
        </p:nvGrpSpPr>
        <p:grpSpPr>
          <a:xfrm>
            <a:off x="187307" y="281940"/>
            <a:ext cx="2822593" cy="400110"/>
            <a:chOff x="187307" y="281940"/>
            <a:chExt cx="2822593" cy="400110"/>
          </a:xfrm>
        </p:grpSpPr>
        <p:sp>
          <p:nvSpPr>
            <p:cNvPr id="58" name="TextBox 57"/>
            <p:cNvSpPr txBox="1"/>
            <p:nvPr/>
          </p:nvSpPr>
          <p:spPr>
            <a:xfrm>
              <a:off x="304799" y="281940"/>
              <a:ext cx="270510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/>
                <a:t>LOA1 Object Name</a:t>
              </a:r>
            </a:p>
          </p:txBody>
        </p:sp>
        <p:sp>
          <p:nvSpPr>
            <p:cNvPr id="60" name="타원 59"/>
            <p:cNvSpPr/>
            <p:nvPr/>
          </p:nvSpPr>
          <p:spPr>
            <a:xfrm>
              <a:off x="187307" y="427995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79331" y="350412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812662" y="350412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6731000" y="136525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endCxn id="80" idx="1"/>
          </p:cNvCxnSpPr>
          <p:nvPr/>
        </p:nvCxnSpPr>
        <p:spPr>
          <a:xfrm flipV="1">
            <a:off x="6889750" y="3406061"/>
            <a:ext cx="545306" cy="14994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endCxn id="245" idx="1"/>
          </p:cNvCxnSpPr>
          <p:nvPr/>
        </p:nvCxnSpPr>
        <p:spPr>
          <a:xfrm flipH="1" flipV="1">
            <a:off x="4815825" y="3406061"/>
            <a:ext cx="505476" cy="14994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54900" y="1225550"/>
            <a:ext cx="7056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l_scapula</a:t>
            </a:r>
            <a:endParaRPr lang="en-US" altLang="ko-KR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l_forearm</a:t>
            </a:r>
            <a:endParaRPr lang="en-US" altLang="ko-KR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7435056" y="3282950"/>
            <a:ext cx="62068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l_carpal</a:t>
            </a:r>
            <a:endParaRPr lang="en-US" altLang="ko-KR" sz="1000" dirty="0"/>
          </a:p>
        </p:txBody>
      </p:sp>
      <p:sp>
        <p:nvSpPr>
          <p:cNvPr id="71" name="타원 70"/>
          <p:cNvSpPr/>
          <p:nvPr/>
        </p:nvSpPr>
        <p:spPr>
          <a:xfrm>
            <a:off x="6711629" y="133981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6694961" y="144935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6201248" y="12601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05" name="직선 연결선 104"/>
          <p:cNvCxnSpPr>
            <a:endCxn id="106" idx="1"/>
          </p:cNvCxnSpPr>
          <p:nvPr/>
        </p:nvCxnSpPr>
        <p:spPr>
          <a:xfrm flipV="1">
            <a:off x="6216650" y="1043861"/>
            <a:ext cx="1073150" cy="26424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289800" y="920750"/>
            <a:ext cx="68800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l_clavicle</a:t>
            </a:r>
            <a:endParaRPr lang="en-US" altLang="ko-KR" sz="1000" dirty="0"/>
          </a:p>
        </p:txBody>
      </p:sp>
      <p:cxnSp>
        <p:nvCxnSpPr>
          <p:cNvPr id="112" name="직선 연결선 111"/>
          <p:cNvCxnSpPr>
            <a:endCxn id="113" idx="1"/>
          </p:cNvCxnSpPr>
          <p:nvPr/>
        </p:nvCxnSpPr>
        <p:spPr>
          <a:xfrm>
            <a:off x="6711950" y="1479550"/>
            <a:ext cx="685800" cy="977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397750" y="1454150"/>
            <a:ext cx="83708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l_upperarm</a:t>
            </a:r>
            <a:endParaRPr lang="en-US" altLang="ko-KR" sz="1000" dirty="0"/>
          </a:p>
        </p:txBody>
      </p:sp>
      <p:cxnSp>
        <p:nvCxnSpPr>
          <p:cNvPr id="161" name="직선 연결선 160"/>
          <p:cNvCxnSpPr/>
          <p:nvPr/>
        </p:nvCxnSpPr>
        <p:spPr>
          <a:xfrm flipH="1">
            <a:off x="4785159" y="13716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 flipH="1">
            <a:off x="4071688" y="1231900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r_scapula</a:t>
            </a:r>
            <a:endParaRPr lang="en-US" altLang="ko-KR" sz="1000" dirty="0" smtClean="0"/>
          </a:p>
        </p:txBody>
      </p:sp>
      <p:sp>
        <p:nvSpPr>
          <p:cNvPr id="163" name="타원 162"/>
          <p:cNvSpPr/>
          <p:nvPr/>
        </p:nvSpPr>
        <p:spPr>
          <a:xfrm flipH="1">
            <a:off x="5455380" y="134616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4" name="타원 163"/>
          <p:cNvSpPr/>
          <p:nvPr/>
        </p:nvSpPr>
        <p:spPr>
          <a:xfrm flipH="1">
            <a:off x="5472048" y="145570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5" name="타원 164"/>
          <p:cNvSpPr/>
          <p:nvPr/>
        </p:nvSpPr>
        <p:spPr>
          <a:xfrm flipH="1">
            <a:off x="5911761" y="12601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66" name="직선 연결선 165"/>
          <p:cNvCxnSpPr>
            <a:endCxn id="167" idx="1"/>
          </p:cNvCxnSpPr>
          <p:nvPr/>
        </p:nvCxnSpPr>
        <p:spPr>
          <a:xfrm flipH="1" flipV="1">
            <a:off x="5325548" y="1050211"/>
            <a:ext cx="678812" cy="26424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 flipH="1">
            <a:off x="4624715" y="927100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r_clavicle</a:t>
            </a:r>
            <a:endParaRPr lang="en-US" altLang="ko-KR" sz="1000" dirty="0" smtClean="0"/>
          </a:p>
        </p:txBody>
      </p:sp>
      <p:cxnSp>
        <p:nvCxnSpPr>
          <p:cNvPr id="168" name="직선 연결선 167"/>
          <p:cNvCxnSpPr>
            <a:endCxn id="169" idx="1"/>
          </p:cNvCxnSpPr>
          <p:nvPr/>
        </p:nvCxnSpPr>
        <p:spPr>
          <a:xfrm flipH="1">
            <a:off x="4885777" y="1485899"/>
            <a:ext cx="623282" cy="9771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 flipH="1">
            <a:off x="4035864" y="1460500"/>
            <a:ext cx="84991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r_upperarm</a:t>
            </a:r>
            <a:endParaRPr lang="en-US" altLang="ko-KR" sz="1000" dirty="0" smtClean="0"/>
          </a:p>
        </p:txBody>
      </p:sp>
      <p:sp>
        <p:nvSpPr>
          <p:cNvPr id="221" name="TextBox 220"/>
          <p:cNvSpPr txBox="1"/>
          <p:nvPr/>
        </p:nvSpPr>
        <p:spPr>
          <a:xfrm>
            <a:off x="7124271" y="4616450"/>
            <a:ext cx="47160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l_calf</a:t>
            </a:r>
            <a:endParaRPr lang="ko-KR" altLang="en-US" sz="1000" dirty="0"/>
          </a:p>
        </p:txBody>
      </p:sp>
      <p:sp>
        <p:nvSpPr>
          <p:cNvPr id="239" name="TextBox 238"/>
          <p:cNvSpPr txBox="1"/>
          <p:nvPr/>
        </p:nvSpPr>
        <p:spPr>
          <a:xfrm flipH="1">
            <a:off x="3919314" y="2565400"/>
            <a:ext cx="73930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r_forearm</a:t>
            </a:r>
            <a:endParaRPr lang="en-US" altLang="ko-KR" sz="1000" dirty="0" smtClean="0"/>
          </a:p>
        </p:txBody>
      </p:sp>
      <p:sp>
        <p:nvSpPr>
          <p:cNvPr id="245" name="TextBox 244"/>
          <p:cNvSpPr txBox="1"/>
          <p:nvPr/>
        </p:nvSpPr>
        <p:spPr>
          <a:xfrm flipH="1">
            <a:off x="4182318" y="3282950"/>
            <a:ext cx="6335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 fontAlgn="base" latinLnBrk="0"/>
            <a:r>
              <a:rPr lang="en-US" altLang="ko-KR" sz="1000" dirty="0" err="1" smtClean="0"/>
              <a:t>r_carpal</a:t>
            </a:r>
            <a:endParaRPr lang="en-US" altLang="ko-KR" sz="1000" dirty="0"/>
          </a:p>
        </p:txBody>
      </p:sp>
      <p:sp>
        <p:nvSpPr>
          <p:cNvPr id="254" name="TextBox 253"/>
          <p:cNvSpPr txBox="1"/>
          <p:nvPr/>
        </p:nvSpPr>
        <p:spPr>
          <a:xfrm flipH="1">
            <a:off x="4634097" y="4616450"/>
            <a:ext cx="484428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r_calf</a:t>
            </a:r>
            <a:endParaRPr lang="ko-KR" altLang="en-US" sz="1000" dirty="0"/>
          </a:p>
        </p:txBody>
      </p:sp>
      <p:sp>
        <p:nvSpPr>
          <p:cNvPr id="256" name="TextBox 255"/>
          <p:cNvSpPr txBox="1"/>
          <p:nvPr/>
        </p:nvSpPr>
        <p:spPr>
          <a:xfrm>
            <a:off x="7239317" y="3727772"/>
            <a:ext cx="124104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l_metacarpal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258" name="TextBox 257"/>
          <p:cNvSpPr txBox="1"/>
          <p:nvPr/>
        </p:nvSpPr>
        <p:spPr>
          <a:xfrm>
            <a:off x="6900862" y="4264820"/>
            <a:ext cx="160813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257" name="TextBox 256"/>
          <p:cNvSpPr txBox="1"/>
          <p:nvPr/>
        </p:nvSpPr>
        <p:spPr>
          <a:xfrm>
            <a:off x="7239316" y="3900330"/>
            <a:ext cx="196818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l_carpal_proximal_phalanx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315" name="TextBox 314"/>
          <p:cNvSpPr txBox="1"/>
          <p:nvPr/>
        </p:nvSpPr>
        <p:spPr>
          <a:xfrm>
            <a:off x="7239317" y="4072887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l_carpal_middle_phalanx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47" name="TextBox 346"/>
          <p:cNvSpPr txBox="1"/>
          <p:nvPr/>
        </p:nvSpPr>
        <p:spPr>
          <a:xfrm flipH="1">
            <a:off x="3750605" y="3734120"/>
            <a:ext cx="124104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r_metacarpal</a:t>
            </a:r>
            <a:r>
              <a:rPr lang="en-US" altLang="ko-KR" sz="800" dirty="0" smtClean="0"/>
              <a:t>_[1,2,3,4,5]</a:t>
            </a:r>
            <a:endParaRPr lang="ko-KR" altLang="en-US" sz="800" dirty="0" smtClean="0"/>
          </a:p>
        </p:txBody>
      </p:sp>
      <p:sp>
        <p:nvSpPr>
          <p:cNvPr id="351" name="TextBox 350"/>
          <p:cNvSpPr txBox="1"/>
          <p:nvPr/>
        </p:nvSpPr>
        <p:spPr>
          <a:xfrm flipH="1">
            <a:off x="3651249" y="4271168"/>
            <a:ext cx="166158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59" name="TextBox 358"/>
          <p:cNvSpPr txBox="1"/>
          <p:nvPr/>
        </p:nvSpPr>
        <p:spPr>
          <a:xfrm flipH="1">
            <a:off x="3022600" y="3906678"/>
            <a:ext cx="197335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r_carpal_proximal_phalanx</a:t>
            </a:r>
            <a:r>
              <a:rPr lang="en-US" altLang="ko-KR" sz="800" dirty="0" smtClean="0"/>
              <a:t>_[1,2,3,4,5]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4" name="TextBox 373"/>
          <p:cNvSpPr txBox="1"/>
          <p:nvPr/>
        </p:nvSpPr>
        <p:spPr>
          <a:xfrm flipH="1">
            <a:off x="2816901" y="4079235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r_carpal_middle_phalanx</a:t>
            </a:r>
            <a:r>
              <a:rPr lang="en-US" altLang="ko-KR" sz="800" dirty="0" smtClean="0"/>
              <a:t>_[2,3,4,5]</a:t>
            </a:r>
            <a:endParaRPr lang="ko-KR" altLang="en-US" sz="800" dirty="0" smtClean="0"/>
          </a:p>
        </p:txBody>
      </p:sp>
      <p:sp>
        <p:nvSpPr>
          <p:cNvPr id="173" name="타원 172"/>
          <p:cNvSpPr/>
          <p:nvPr/>
        </p:nvSpPr>
        <p:spPr>
          <a:xfrm>
            <a:off x="6368251" y="61823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84" name="직선 연결선 183"/>
          <p:cNvCxnSpPr>
            <a:stCxn id="173" idx="6"/>
            <a:endCxn id="399" idx="1"/>
          </p:cNvCxnSpPr>
          <p:nvPr/>
        </p:nvCxnSpPr>
        <p:spPr>
          <a:xfrm flipV="1">
            <a:off x="6422251" y="6133086"/>
            <a:ext cx="612109" cy="7623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타원 382"/>
          <p:cNvSpPr/>
          <p:nvPr/>
        </p:nvSpPr>
        <p:spPr>
          <a:xfrm>
            <a:off x="6396826" y="62585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4" name="직선 연결선 383"/>
          <p:cNvCxnSpPr>
            <a:stCxn id="383" idx="6"/>
            <a:endCxn id="400" idx="1"/>
          </p:cNvCxnSpPr>
          <p:nvPr/>
        </p:nvCxnSpPr>
        <p:spPr>
          <a:xfrm>
            <a:off x="6450826" y="6285525"/>
            <a:ext cx="536552" cy="236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타원 386"/>
          <p:cNvSpPr/>
          <p:nvPr/>
        </p:nvSpPr>
        <p:spPr>
          <a:xfrm>
            <a:off x="6420639" y="63632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8" name="직선 연결선 387"/>
          <p:cNvCxnSpPr>
            <a:stCxn id="387" idx="6"/>
            <a:endCxn id="403" idx="1"/>
          </p:cNvCxnSpPr>
          <p:nvPr/>
        </p:nvCxnSpPr>
        <p:spPr>
          <a:xfrm>
            <a:off x="6474639" y="6390299"/>
            <a:ext cx="399069" cy="3091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/>
          <p:cNvCxnSpPr>
            <a:endCxn id="393" idx="1"/>
          </p:cNvCxnSpPr>
          <p:nvPr/>
        </p:nvCxnSpPr>
        <p:spPr>
          <a:xfrm flipV="1">
            <a:off x="6329413" y="5222161"/>
            <a:ext cx="563373" cy="62041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타원 391"/>
          <p:cNvSpPr/>
          <p:nvPr/>
        </p:nvSpPr>
        <p:spPr>
          <a:xfrm>
            <a:off x="6266562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6892786" y="5099050"/>
            <a:ext cx="5453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l_talus</a:t>
            </a:r>
            <a:endParaRPr lang="en-US" altLang="ko-KR" sz="1000" dirty="0"/>
          </a:p>
        </p:txBody>
      </p:sp>
      <p:sp>
        <p:nvSpPr>
          <p:cNvPr id="399" name="TextBox 398"/>
          <p:cNvSpPr txBox="1"/>
          <p:nvPr/>
        </p:nvSpPr>
        <p:spPr>
          <a:xfrm>
            <a:off x="7034360" y="6025364"/>
            <a:ext cx="73449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l_metatarsal</a:t>
            </a:r>
            <a:endParaRPr lang="ko-KR" altLang="en-US" sz="800" dirty="0"/>
          </a:p>
        </p:txBody>
      </p:sp>
      <p:sp>
        <p:nvSpPr>
          <p:cNvPr id="400" name="TextBox 399"/>
          <p:cNvSpPr txBox="1"/>
          <p:nvPr/>
        </p:nvSpPr>
        <p:spPr>
          <a:xfrm>
            <a:off x="6987378" y="6201461"/>
            <a:ext cx="134844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l_tarsal_proximal_phalanx</a:t>
            </a:r>
            <a:endParaRPr lang="ko-KR" altLang="en-US" sz="800" dirty="0"/>
          </a:p>
        </p:txBody>
      </p:sp>
      <p:sp>
        <p:nvSpPr>
          <p:cNvPr id="403" name="TextBox 402"/>
          <p:cNvSpPr txBox="1"/>
          <p:nvPr/>
        </p:nvSpPr>
        <p:spPr>
          <a:xfrm>
            <a:off x="6873708" y="6591756"/>
            <a:ext cx="119455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l_tarsal_distal_phalanx</a:t>
            </a:r>
            <a:endParaRPr lang="ko-KR" altLang="en-US" sz="800" dirty="0"/>
          </a:p>
        </p:txBody>
      </p:sp>
      <p:sp>
        <p:nvSpPr>
          <p:cNvPr id="419" name="타원 418"/>
          <p:cNvSpPr/>
          <p:nvPr/>
        </p:nvSpPr>
        <p:spPr>
          <a:xfrm flipH="1">
            <a:off x="5763749" y="61823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2" name="직선 연결선 421"/>
          <p:cNvCxnSpPr>
            <a:stCxn id="419" idx="6"/>
            <a:endCxn id="435" idx="1"/>
          </p:cNvCxnSpPr>
          <p:nvPr/>
        </p:nvCxnSpPr>
        <p:spPr>
          <a:xfrm flipH="1" flipV="1">
            <a:off x="5128394" y="6133086"/>
            <a:ext cx="635355" cy="7623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타원 422"/>
          <p:cNvSpPr/>
          <p:nvPr/>
        </p:nvSpPr>
        <p:spPr>
          <a:xfrm flipH="1">
            <a:off x="5735174" y="62585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4" name="직선 연결선 423"/>
          <p:cNvCxnSpPr>
            <a:stCxn id="423" idx="6"/>
            <a:endCxn id="436" idx="1"/>
          </p:cNvCxnSpPr>
          <p:nvPr/>
        </p:nvCxnSpPr>
        <p:spPr>
          <a:xfrm flipH="1">
            <a:off x="5176409" y="6285525"/>
            <a:ext cx="558765" cy="236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타원 426"/>
          <p:cNvSpPr/>
          <p:nvPr/>
        </p:nvSpPr>
        <p:spPr>
          <a:xfrm flipH="1">
            <a:off x="5711361" y="63632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8" name="직선 연결선 427"/>
          <p:cNvCxnSpPr>
            <a:stCxn id="427" idx="6"/>
            <a:endCxn id="438" idx="1"/>
          </p:cNvCxnSpPr>
          <p:nvPr/>
        </p:nvCxnSpPr>
        <p:spPr>
          <a:xfrm flipH="1">
            <a:off x="5330246" y="6390299"/>
            <a:ext cx="381115" cy="3091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>
            <a:stCxn id="430" idx="7"/>
            <a:endCxn id="431" idx="1"/>
          </p:cNvCxnSpPr>
          <p:nvPr/>
        </p:nvCxnSpPr>
        <p:spPr>
          <a:xfrm flipH="1" flipV="1">
            <a:off x="5565947" y="5222161"/>
            <a:ext cx="261307" cy="59520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" name="타원 429"/>
          <p:cNvSpPr/>
          <p:nvPr/>
        </p:nvSpPr>
        <p:spPr>
          <a:xfrm flipH="1">
            <a:off x="5811438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31" name="TextBox 430"/>
          <p:cNvSpPr txBox="1"/>
          <p:nvPr/>
        </p:nvSpPr>
        <p:spPr>
          <a:xfrm flipH="1">
            <a:off x="5007782" y="5099050"/>
            <a:ext cx="55816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r_talus</a:t>
            </a:r>
            <a:endParaRPr lang="en-US" altLang="ko-KR" sz="1000" dirty="0" smtClean="0"/>
          </a:p>
        </p:txBody>
      </p:sp>
      <p:sp>
        <p:nvSpPr>
          <p:cNvPr id="435" name="TextBox 434"/>
          <p:cNvSpPr txBox="1"/>
          <p:nvPr/>
        </p:nvSpPr>
        <p:spPr>
          <a:xfrm flipH="1">
            <a:off x="4382677" y="6025364"/>
            <a:ext cx="74571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r_metatarsal</a:t>
            </a:r>
            <a:endParaRPr lang="ko-KR" altLang="en-US" sz="800" dirty="0" smtClean="0"/>
          </a:p>
        </p:txBody>
      </p:sp>
      <p:sp>
        <p:nvSpPr>
          <p:cNvPr id="436" name="TextBox 435"/>
          <p:cNvSpPr txBox="1"/>
          <p:nvPr/>
        </p:nvSpPr>
        <p:spPr>
          <a:xfrm flipH="1">
            <a:off x="3816742" y="6201461"/>
            <a:ext cx="135966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r_tarsal_proximal_phalanx</a:t>
            </a:r>
            <a:endParaRPr lang="ko-KR" altLang="en-US" sz="800" dirty="0" smtClean="0"/>
          </a:p>
        </p:txBody>
      </p:sp>
      <p:sp>
        <p:nvSpPr>
          <p:cNvPr id="438" name="TextBox 437"/>
          <p:cNvSpPr txBox="1"/>
          <p:nvPr/>
        </p:nvSpPr>
        <p:spPr>
          <a:xfrm flipH="1">
            <a:off x="4124468" y="6591756"/>
            <a:ext cx="120577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r_tarsal_distal_phalanx</a:t>
            </a:r>
            <a:endParaRPr lang="ko-KR" altLang="en-US" sz="800" dirty="0" smtClean="0"/>
          </a:p>
        </p:txBody>
      </p:sp>
      <p:sp>
        <p:nvSpPr>
          <p:cNvPr id="272" name="TextBox 271"/>
          <p:cNvSpPr txBox="1"/>
          <p:nvPr/>
        </p:nvSpPr>
        <p:spPr>
          <a:xfrm>
            <a:off x="4274820" y="4462464"/>
            <a:ext cx="15621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r_carpal_distal_phalanx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276" name="타원 275"/>
          <p:cNvSpPr/>
          <p:nvPr/>
        </p:nvSpPr>
        <p:spPr>
          <a:xfrm flipH="1">
            <a:off x="5391130" y="364438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8" name="타원 277"/>
          <p:cNvSpPr/>
          <p:nvPr/>
        </p:nvSpPr>
        <p:spPr>
          <a:xfrm flipH="1">
            <a:off x="5293499" y="369915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9" name="타원 278"/>
          <p:cNvSpPr/>
          <p:nvPr/>
        </p:nvSpPr>
        <p:spPr>
          <a:xfrm flipH="1">
            <a:off x="5438755" y="373963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0" name="타원 279"/>
          <p:cNvSpPr/>
          <p:nvPr/>
        </p:nvSpPr>
        <p:spPr>
          <a:xfrm flipH="1">
            <a:off x="5476855" y="384203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1" name="타원 280"/>
          <p:cNvSpPr/>
          <p:nvPr/>
        </p:nvSpPr>
        <p:spPr>
          <a:xfrm flipH="1">
            <a:off x="5303025" y="383488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2" name="타원 281"/>
          <p:cNvSpPr/>
          <p:nvPr/>
        </p:nvSpPr>
        <p:spPr>
          <a:xfrm flipH="1">
            <a:off x="5353032" y="394204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3" name="타원 282"/>
          <p:cNvSpPr/>
          <p:nvPr/>
        </p:nvSpPr>
        <p:spPr>
          <a:xfrm flipH="1">
            <a:off x="5443519" y="399443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84" name="직선 연결선 283"/>
          <p:cNvCxnSpPr>
            <a:endCxn id="278" idx="5"/>
          </p:cNvCxnSpPr>
          <p:nvPr/>
        </p:nvCxnSpPr>
        <p:spPr>
          <a:xfrm flipH="1">
            <a:off x="5301407" y="3679338"/>
            <a:ext cx="109579" cy="659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>
            <a:endCxn id="281" idx="5"/>
          </p:cNvCxnSpPr>
          <p:nvPr/>
        </p:nvCxnSpPr>
        <p:spPr>
          <a:xfrm flipH="1">
            <a:off x="5310933" y="3774588"/>
            <a:ext cx="150059" cy="10639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>
            <a:endCxn id="347" idx="1"/>
          </p:cNvCxnSpPr>
          <p:nvPr/>
        </p:nvCxnSpPr>
        <p:spPr>
          <a:xfrm flipH="1">
            <a:off x="4991649" y="3726156"/>
            <a:ext cx="356754" cy="11568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281" idx="2"/>
            <a:endCxn id="359" idx="1"/>
          </p:cNvCxnSpPr>
          <p:nvPr/>
        </p:nvCxnSpPr>
        <p:spPr>
          <a:xfrm flipH="1">
            <a:off x="4995951" y="3861889"/>
            <a:ext cx="361074" cy="1525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>
            <a:stCxn id="282" idx="6"/>
            <a:endCxn id="374" idx="1"/>
          </p:cNvCxnSpPr>
          <p:nvPr/>
        </p:nvCxnSpPr>
        <p:spPr>
          <a:xfrm flipH="1">
            <a:off x="4976901" y="3969045"/>
            <a:ext cx="376131" cy="21791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/>
          <p:cNvCxnSpPr/>
          <p:nvPr/>
        </p:nvCxnSpPr>
        <p:spPr>
          <a:xfrm flipH="1">
            <a:off x="5195570" y="4009528"/>
            <a:ext cx="274143" cy="2291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>
            <a:endCxn id="272" idx="3"/>
          </p:cNvCxnSpPr>
          <p:nvPr/>
        </p:nvCxnSpPr>
        <p:spPr>
          <a:xfrm rot="16200000" flipH="1">
            <a:off x="5315089" y="4048354"/>
            <a:ext cx="710639" cy="33302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타원 299"/>
          <p:cNvSpPr/>
          <p:nvPr/>
        </p:nvSpPr>
        <p:spPr>
          <a:xfrm>
            <a:off x="6725915" y="365200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1" name="타원 300"/>
          <p:cNvSpPr/>
          <p:nvPr/>
        </p:nvSpPr>
        <p:spPr>
          <a:xfrm>
            <a:off x="6823546" y="370677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4" name="타원 303"/>
          <p:cNvSpPr/>
          <p:nvPr/>
        </p:nvSpPr>
        <p:spPr>
          <a:xfrm>
            <a:off x="6678290" y="374725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5" name="타원 304"/>
          <p:cNvSpPr/>
          <p:nvPr/>
        </p:nvSpPr>
        <p:spPr>
          <a:xfrm>
            <a:off x="6640190" y="384965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0" name="타원 309"/>
          <p:cNvSpPr/>
          <p:nvPr/>
        </p:nvSpPr>
        <p:spPr>
          <a:xfrm>
            <a:off x="6814020" y="384250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1" name="타원 310"/>
          <p:cNvSpPr/>
          <p:nvPr/>
        </p:nvSpPr>
        <p:spPr>
          <a:xfrm>
            <a:off x="6764013" y="394966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6673526" y="400205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13" name="직선 연결선 312"/>
          <p:cNvCxnSpPr>
            <a:endCxn id="301" idx="5"/>
          </p:cNvCxnSpPr>
          <p:nvPr/>
        </p:nvCxnSpPr>
        <p:spPr>
          <a:xfrm>
            <a:off x="6760059" y="3686958"/>
            <a:ext cx="109579" cy="659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연결선 313"/>
          <p:cNvCxnSpPr>
            <a:endCxn id="310" idx="5"/>
          </p:cNvCxnSpPr>
          <p:nvPr/>
        </p:nvCxnSpPr>
        <p:spPr>
          <a:xfrm>
            <a:off x="6710053" y="3782208"/>
            <a:ext cx="150059" cy="10639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/>
          <p:cNvCxnSpPr>
            <a:endCxn id="256" idx="1"/>
          </p:cNvCxnSpPr>
          <p:nvPr/>
        </p:nvCxnSpPr>
        <p:spPr>
          <a:xfrm>
            <a:off x="6848971" y="3733777"/>
            <a:ext cx="390346" cy="101717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>
            <a:stCxn id="310" idx="5"/>
            <a:endCxn id="257" idx="1"/>
          </p:cNvCxnSpPr>
          <p:nvPr/>
        </p:nvCxnSpPr>
        <p:spPr>
          <a:xfrm>
            <a:off x="6860112" y="3888601"/>
            <a:ext cx="379204" cy="11945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/>
          <p:cNvCxnSpPr>
            <a:endCxn id="315" idx="1"/>
          </p:cNvCxnSpPr>
          <p:nvPr/>
        </p:nvCxnSpPr>
        <p:spPr>
          <a:xfrm>
            <a:off x="6778643" y="3970474"/>
            <a:ext cx="460674" cy="210135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/>
          <p:cNvCxnSpPr/>
          <p:nvPr/>
        </p:nvCxnSpPr>
        <p:spPr>
          <a:xfrm>
            <a:off x="6701332" y="4017148"/>
            <a:ext cx="274143" cy="2291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>
            <a:stCxn id="305" idx="3"/>
            <a:endCxn id="264" idx="1"/>
          </p:cNvCxnSpPr>
          <p:nvPr/>
        </p:nvCxnSpPr>
        <p:spPr>
          <a:xfrm flipH="1">
            <a:off x="6339840" y="3895743"/>
            <a:ext cx="308258" cy="67444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6339840" y="4462464"/>
            <a:ext cx="15621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l_carpal_distal_phalanx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321" name="타원 320"/>
          <p:cNvSpPr/>
          <p:nvPr/>
        </p:nvSpPr>
        <p:spPr>
          <a:xfrm>
            <a:off x="6052022" y="30297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22" name="직선 연결선 321"/>
          <p:cNvCxnSpPr>
            <a:stCxn id="321" idx="6"/>
            <a:endCxn id="295" idx="1"/>
          </p:cNvCxnSpPr>
          <p:nvPr/>
        </p:nvCxnSpPr>
        <p:spPr>
          <a:xfrm flipV="1">
            <a:off x="6160022" y="2992612"/>
            <a:ext cx="717404" cy="9114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타원 325"/>
          <p:cNvSpPr/>
          <p:nvPr/>
        </p:nvSpPr>
        <p:spPr>
          <a:xfrm>
            <a:off x="6052022" y="313770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33" name="직선 연결선 332"/>
          <p:cNvCxnSpPr/>
          <p:nvPr/>
        </p:nvCxnSpPr>
        <p:spPr>
          <a:xfrm rot="5400000">
            <a:off x="5883275" y="3420447"/>
            <a:ext cx="463550" cy="158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5815688" y="3664922"/>
            <a:ext cx="59984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/>
              <a:t>sacrum</a:t>
            </a:r>
            <a:endParaRPr lang="ko-KR" altLang="en-US" sz="1000" dirty="0"/>
          </a:p>
        </p:txBody>
      </p:sp>
      <p:sp>
        <p:nvSpPr>
          <p:cNvPr id="307" name="타원 306"/>
          <p:cNvSpPr/>
          <p:nvPr/>
        </p:nvSpPr>
        <p:spPr>
          <a:xfrm>
            <a:off x="5728519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8" name="타원 307"/>
          <p:cNvSpPr/>
          <p:nvPr/>
        </p:nvSpPr>
        <p:spPr>
          <a:xfrm>
            <a:off x="6352668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9" name="TextBox 308"/>
          <p:cNvSpPr txBox="1"/>
          <p:nvPr/>
        </p:nvSpPr>
        <p:spPr>
          <a:xfrm flipH="1">
            <a:off x="4370062" y="3130981"/>
            <a:ext cx="58541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r_thigh</a:t>
            </a:r>
            <a:endParaRPr lang="ko-KR" altLang="en-US" sz="1000" dirty="0"/>
          </a:p>
        </p:txBody>
      </p:sp>
      <p:cxnSp>
        <p:nvCxnSpPr>
          <p:cNvPr id="318" name="직선 연결선 317"/>
          <p:cNvCxnSpPr/>
          <p:nvPr/>
        </p:nvCxnSpPr>
        <p:spPr>
          <a:xfrm flipV="1">
            <a:off x="4896167" y="3254091"/>
            <a:ext cx="832352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7233073" y="3130981"/>
            <a:ext cx="57259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l_thigh</a:t>
            </a:r>
            <a:endParaRPr lang="ko-KR" altLang="en-US" sz="1000" dirty="0"/>
          </a:p>
        </p:txBody>
      </p:sp>
      <p:cxnSp>
        <p:nvCxnSpPr>
          <p:cNvPr id="320" name="직선 연결선 319"/>
          <p:cNvCxnSpPr>
            <a:stCxn id="308" idx="6"/>
            <a:endCxn id="319" idx="1"/>
          </p:cNvCxnSpPr>
          <p:nvPr/>
        </p:nvCxnSpPr>
        <p:spPr>
          <a:xfrm>
            <a:off x="6460668" y="3254091"/>
            <a:ext cx="772405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/>
          <p:cNvSpPr/>
          <p:nvPr/>
        </p:nvSpPr>
        <p:spPr>
          <a:xfrm>
            <a:off x="6072127" y="780751"/>
            <a:ext cx="67790" cy="6779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56" name="직선 연결선 155"/>
          <p:cNvCxnSpPr>
            <a:stCxn id="5" idx="6"/>
            <a:endCxn id="157" idx="1"/>
          </p:cNvCxnSpPr>
          <p:nvPr/>
        </p:nvCxnSpPr>
        <p:spPr>
          <a:xfrm flipV="1">
            <a:off x="6139917" y="727154"/>
            <a:ext cx="560127" cy="8749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6700044" y="604043"/>
            <a:ext cx="44275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skull</a:t>
            </a:r>
            <a:endParaRPr lang="ko-KR" altLang="en-US" sz="1000" dirty="0"/>
          </a:p>
        </p:txBody>
      </p:sp>
      <p:sp>
        <p:nvSpPr>
          <p:cNvPr id="57" name="타원 56"/>
          <p:cNvSpPr/>
          <p:nvPr/>
        </p:nvSpPr>
        <p:spPr>
          <a:xfrm>
            <a:off x="6088022" y="1088986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6088022" y="93103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532796" y="1138237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c4</a:t>
            </a:r>
            <a:endParaRPr lang="ko-KR" altLang="en-US" sz="8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532795" y="898132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c2</a:t>
            </a:r>
            <a:endParaRPr lang="ko-KR" altLang="en-US" sz="800" dirty="0"/>
          </a:p>
        </p:txBody>
      </p:sp>
      <p:cxnSp>
        <p:nvCxnSpPr>
          <p:cNvPr id="198" name="직선 연결선 197"/>
          <p:cNvCxnSpPr>
            <a:stCxn id="58" idx="6"/>
            <a:endCxn id="194" idx="1"/>
          </p:cNvCxnSpPr>
          <p:nvPr/>
        </p:nvCxnSpPr>
        <p:spPr>
          <a:xfrm>
            <a:off x="6124022" y="949030"/>
            <a:ext cx="408773" cy="56824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>
            <a:stCxn id="57" idx="6"/>
            <a:endCxn id="92" idx="1"/>
          </p:cNvCxnSpPr>
          <p:nvPr/>
        </p:nvCxnSpPr>
        <p:spPr>
          <a:xfrm>
            <a:off x="6124022" y="1106986"/>
            <a:ext cx="408774" cy="13897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6088022" y="133584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6079022" y="233517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2" name="직선 연결선 131"/>
          <p:cNvCxnSpPr>
            <a:stCxn id="62" idx="6"/>
            <a:endCxn id="133" idx="1"/>
          </p:cNvCxnSpPr>
          <p:nvPr/>
        </p:nvCxnSpPr>
        <p:spPr>
          <a:xfrm>
            <a:off x="6133022" y="2362178"/>
            <a:ext cx="194753" cy="945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6327775" y="2333625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l1</a:t>
            </a:r>
            <a:endParaRPr lang="ko-KR" altLang="en-US" sz="1000" dirty="0"/>
          </a:p>
        </p:txBody>
      </p:sp>
      <p:sp>
        <p:nvSpPr>
          <p:cNvPr id="60" name="타원 59"/>
          <p:cNvSpPr/>
          <p:nvPr/>
        </p:nvSpPr>
        <p:spPr>
          <a:xfrm>
            <a:off x="6088022" y="1662075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6088022" y="2004976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18" name="직선 연결선 117"/>
          <p:cNvCxnSpPr>
            <a:stCxn id="60" idx="6"/>
            <a:endCxn id="119" idx="3"/>
          </p:cNvCxnSpPr>
          <p:nvPr/>
        </p:nvCxnSpPr>
        <p:spPr>
          <a:xfrm flipH="1">
            <a:off x="5634688" y="1680075"/>
            <a:ext cx="489334" cy="10008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272088" y="1672436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t6</a:t>
            </a:r>
            <a:endParaRPr lang="ko-KR" altLang="en-US" sz="800" dirty="0"/>
          </a:p>
        </p:txBody>
      </p:sp>
      <p:cxnSp>
        <p:nvCxnSpPr>
          <p:cNvPr id="124" name="직선 연결선 123"/>
          <p:cNvCxnSpPr>
            <a:endCxn id="125" idx="3"/>
          </p:cNvCxnSpPr>
          <p:nvPr/>
        </p:nvCxnSpPr>
        <p:spPr>
          <a:xfrm rot="10800000" flipV="1">
            <a:off x="5633894" y="2022975"/>
            <a:ext cx="456230" cy="8579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5176044" y="2001045"/>
            <a:ext cx="4578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t10</a:t>
            </a:r>
            <a:endParaRPr lang="ko-KR" altLang="en-US" sz="800" dirty="0"/>
          </a:p>
        </p:txBody>
      </p:sp>
      <p:sp>
        <p:nvSpPr>
          <p:cNvPr id="63" name="타원 62"/>
          <p:cNvSpPr/>
          <p:nvPr/>
        </p:nvSpPr>
        <p:spPr>
          <a:xfrm>
            <a:off x="6079022" y="2609124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7" name="직선 연결선 136"/>
          <p:cNvCxnSpPr>
            <a:stCxn id="63" idx="6"/>
            <a:endCxn id="138" idx="1"/>
          </p:cNvCxnSpPr>
          <p:nvPr/>
        </p:nvCxnSpPr>
        <p:spPr>
          <a:xfrm>
            <a:off x="6133022" y="2636124"/>
            <a:ext cx="196341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329363" y="2513014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l3</a:t>
            </a:r>
            <a:endParaRPr lang="ko-KR" altLang="en-US" sz="1000" dirty="0"/>
          </a:p>
        </p:txBody>
      </p:sp>
      <p:sp>
        <p:nvSpPr>
          <p:cNvPr id="64" name="타원 63"/>
          <p:cNvSpPr/>
          <p:nvPr/>
        </p:nvSpPr>
        <p:spPr>
          <a:xfrm>
            <a:off x="6079022" y="291788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9" name="직선 연결선 138"/>
          <p:cNvCxnSpPr>
            <a:endCxn id="140" idx="3"/>
          </p:cNvCxnSpPr>
          <p:nvPr/>
        </p:nvCxnSpPr>
        <p:spPr>
          <a:xfrm rot="10800000" flipV="1">
            <a:off x="5156851" y="2944480"/>
            <a:ext cx="919579" cy="40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699000" y="2821779"/>
            <a:ext cx="45785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l5</a:t>
            </a:r>
            <a:endParaRPr lang="ko-KR" altLang="en-US" sz="1000" dirty="0"/>
          </a:p>
        </p:txBody>
      </p:sp>
      <p:cxnSp>
        <p:nvCxnSpPr>
          <p:cNvPr id="34" name="직선 연결선 33"/>
          <p:cNvCxnSpPr>
            <a:stCxn id="59" idx="4"/>
            <a:endCxn id="75" idx="1"/>
          </p:cNvCxnSpPr>
          <p:nvPr/>
        </p:nvCxnSpPr>
        <p:spPr>
          <a:xfrm>
            <a:off x="6106022" y="1371843"/>
            <a:ext cx="501789" cy="180504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607811" y="1444625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t1</a:t>
            </a:r>
            <a:endParaRPr lang="ko-KR" altLang="en-US" sz="800" dirty="0"/>
          </a:p>
        </p:txBody>
      </p:sp>
      <p:grpSp>
        <p:nvGrpSpPr>
          <p:cNvPr id="293" name="그룹 292"/>
          <p:cNvGrpSpPr/>
          <p:nvPr/>
        </p:nvGrpSpPr>
        <p:grpSpPr>
          <a:xfrm>
            <a:off x="187307" y="281940"/>
            <a:ext cx="2822593" cy="400110"/>
            <a:chOff x="187307" y="281940"/>
            <a:chExt cx="2822593" cy="400110"/>
          </a:xfrm>
        </p:grpSpPr>
        <p:sp>
          <p:nvSpPr>
            <p:cNvPr id="289" name="TextBox 288"/>
            <p:cNvSpPr txBox="1"/>
            <p:nvPr/>
          </p:nvSpPr>
          <p:spPr>
            <a:xfrm>
              <a:off x="304799" y="281940"/>
              <a:ext cx="270510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/>
                <a:t>LOA2 Object Name</a:t>
              </a:r>
            </a:p>
          </p:txBody>
        </p:sp>
        <p:sp>
          <p:nvSpPr>
            <p:cNvPr id="291" name="타원 290"/>
            <p:cNvSpPr/>
            <p:nvPr/>
          </p:nvSpPr>
          <p:spPr>
            <a:xfrm>
              <a:off x="187307" y="427995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6877426" y="2869501"/>
            <a:ext cx="51328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pelvis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4449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79331" y="350412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812662" y="350412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6198394" y="171450"/>
            <a:ext cx="416719" cy="184150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6731000" y="136525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endCxn id="80" idx="1"/>
          </p:cNvCxnSpPr>
          <p:nvPr/>
        </p:nvCxnSpPr>
        <p:spPr>
          <a:xfrm flipV="1">
            <a:off x="6889750" y="3406061"/>
            <a:ext cx="545306" cy="14994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endCxn id="245" idx="1"/>
          </p:cNvCxnSpPr>
          <p:nvPr/>
        </p:nvCxnSpPr>
        <p:spPr>
          <a:xfrm flipH="1" flipV="1">
            <a:off x="4815825" y="3406061"/>
            <a:ext cx="505476" cy="14994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623844" y="46832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l_eyebrow</a:t>
            </a:r>
            <a:endParaRPr lang="ko-KR" alt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7454900" y="1225550"/>
            <a:ext cx="7056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l_scapula</a:t>
            </a:r>
            <a:endParaRPr lang="en-US" altLang="ko-KR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l_forearm</a:t>
            </a:r>
            <a:endParaRPr lang="en-US" altLang="ko-KR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7435056" y="3282950"/>
            <a:ext cx="62068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l_carpal</a:t>
            </a:r>
            <a:endParaRPr lang="en-US" altLang="ko-KR" sz="1000" dirty="0"/>
          </a:p>
        </p:txBody>
      </p:sp>
      <p:sp>
        <p:nvSpPr>
          <p:cNvPr id="71" name="타원 70"/>
          <p:cNvSpPr/>
          <p:nvPr/>
        </p:nvSpPr>
        <p:spPr>
          <a:xfrm>
            <a:off x="6711629" y="133981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6694961" y="144935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6201248" y="12601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05" name="직선 연결선 104"/>
          <p:cNvCxnSpPr>
            <a:endCxn id="106" idx="1"/>
          </p:cNvCxnSpPr>
          <p:nvPr/>
        </p:nvCxnSpPr>
        <p:spPr>
          <a:xfrm flipV="1">
            <a:off x="6216650" y="1043861"/>
            <a:ext cx="1073150" cy="26424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289800" y="920750"/>
            <a:ext cx="68800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l_clavicle</a:t>
            </a:r>
            <a:endParaRPr lang="en-US" altLang="ko-KR" sz="1000" dirty="0"/>
          </a:p>
        </p:txBody>
      </p:sp>
      <p:cxnSp>
        <p:nvCxnSpPr>
          <p:cNvPr id="112" name="직선 연결선 111"/>
          <p:cNvCxnSpPr>
            <a:endCxn id="113" idx="1"/>
          </p:cNvCxnSpPr>
          <p:nvPr/>
        </p:nvCxnSpPr>
        <p:spPr>
          <a:xfrm>
            <a:off x="6711950" y="1479550"/>
            <a:ext cx="685800" cy="977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397750" y="1454150"/>
            <a:ext cx="83708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l_upperarm</a:t>
            </a:r>
            <a:endParaRPr lang="en-US" altLang="ko-KR" sz="1000" dirty="0"/>
          </a:p>
        </p:txBody>
      </p:sp>
      <p:cxnSp>
        <p:nvCxnSpPr>
          <p:cNvPr id="161" name="직선 연결선 160"/>
          <p:cNvCxnSpPr/>
          <p:nvPr/>
        </p:nvCxnSpPr>
        <p:spPr>
          <a:xfrm flipH="1">
            <a:off x="4785159" y="13716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 flipH="1">
            <a:off x="4071688" y="1231900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r_scapula</a:t>
            </a:r>
            <a:endParaRPr lang="en-US" altLang="ko-KR" sz="1000" dirty="0" smtClean="0"/>
          </a:p>
        </p:txBody>
      </p:sp>
      <p:sp>
        <p:nvSpPr>
          <p:cNvPr id="163" name="타원 162"/>
          <p:cNvSpPr/>
          <p:nvPr/>
        </p:nvSpPr>
        <p:spPr>
          <a:xfrm flipH="1">
            <a:off x="5455380" y="134616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4" name="타원 163"/>
          <p:cNvSpPr/>
          <p:nvPr/>
        </p:nvSpPr>
        <p:spPr>
          <a:xfrm flipH="1">
            <a:off x="5472048" y="145570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5" name="타원 164"/>
          <p:cNvSpPr/>
          <p:nvPr/>
        </p:nvSpPr>
        <p:spPr>
          <a:xfrm flipH="1">
            <a:off x="5911761" y="12601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66" name="직선 연결선 165"/>
          <p:cNvCxnSpPr>
            <a:endCxn id="167" idx="1"/>
          </p:cNvCxnSpPr>
          <p:nvPr/>
        </p:nvCxnSpPr>
        <p:spPr>
          <a:xfrm flipH="1" flipV="1">
            <a:off x="5325548" y="1050211"/>
            <a:ext cx="678812" cy="26424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 flipH="1">
            <a:off x="4624715" y="927100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r_clavicle</a:t>
            </a:r>
            <a:endParaRPr lang="en-US" altLang="ko-KR" sz="1000" dirty="0" smtClean="0"/>
          </a:p>
        </p:txBody>
      </p:sp>
      <p:cxnSp>
        <p:nvCxnSpPr>
          <p:cNvPr id="168" name="직선 연결선 167"/>
          <p:cNvCxnSpPr>
            <a:endCxn id="169" idx="1"/>
          </p:cNvCxnSpPr>
          <p:nvPr/>
        </p:nvCxnSpPr>
        <p:spPr>
          <a:xfrm flipH="1">
            <a:off x="4885777" y="1485899"/>
            <a:ext cx="623282" cy="9771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 flipH="1">
            <a:off x="4035864" y="1460500"/>
            <a:ext cx="84991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r_upperarm</a:t>
            </a:r>
            <a:endParaRPr lang="en-US" altLang="ko-KR" sz="1000" dirty="0" smtClean="0"/>
          </a:p>
        </p:txBody>
      </p:sp>
      <p:sp>
        <p:nvSpPr>
          <p:cNvPr id="143" name="타원 142"/>
          <p:cNvSpPr/>
          <p:nvPr/>
        </p:nvSpPr>
        <p:spPr>
          <a:xfrm>
            <a:off x="6185654" y="33254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6185654" y="38255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5" name="타원 144"/>
          <p:cNvSpPr/>
          <p:nvPr/>
        </p:nvSpPr>
        <p:spPr>
          <a:xfrm>
            <a:off x="6149654" y="435469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6079022" y="62781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48" name="직선 연결선 147"/>
          <p:cNvCxnSpPr/>
          <p:nvPr/>
        </p:nvCxnSpPr>
        <p:spPr>
          <a:xfrm rot="5400000" flipH="1" flipV="1">
            <a:off x="6402655" y="174855"/>
            <a:ext cx="22982" cy="425747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6623844" y="251619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000" dirty="0" err="1" smtClean="0"/>
              <a:t>l_eyelid</a:t>
            </a:r>
            <a:endParaRPr lang="en-US" altLang="ko-KR" sz="1000" dirty="0"/>
          </a:p>
        </p:txBody>
      </p:sp>
      <p:cxnSp>
        <p:nvCxnSpPr>
          <p:cNvPr id="152" name="직선 연결선 151"/>
          <p:cNvCxnSpPr>
            <a:endCxn id="153" idx="1"/>
          </p:cNvCxnSpPr>
          <p:nvPr/>
        </p:nvCxnSpPr>
        <p:spPr>
          <a:xfrm>
            <a:off x="6177461" y="508757"/>
            <a:ext cx="446383" cy="4456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623844" y="430212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000" dirty="0" err="1" smtClean="0"/>
              <a:t>l_eyeball</a:t>
            </a:r>
            <a:endParaRPr lang="en-US" altLang="ko-KR" sz="1000" dirty="0"/>
          </a:p>
        </p:txBody>
      </p:sp>
      <p:cxnSp>
        <p:nvCxnSpPr>
          <p:cNvPr id="160" name="직선 연결선 159"/>
          <p:cNvCxnSpPr>
            <a:stCxn id="174" idx="3"/>
          </p:cNvCxnSpPr>
          <p:nvPr/>
        </p:nvCxnSpPr>
        <p:spPr>
          <a:xfrm flipV="1">
            <a:off x="5758374" y="655721"/>
            <a:ext cx="363025" cy="14763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5379745" y="680244"/>
            <a:ext cx="37862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smtClean="0"/>
              <a:t>jaw</a:t>
            </a:r>
          </a:p>
        </p:txBody>
      </p:sp>
      <p:cxnSp>
        <p:nvCxnSpPr>
          <p:cNvPr id="177" name="직선 연결선 176"/>
          <p:cNvCxnSpPr/>
          <p:nvPr/>
        </p:nvCxnSpPr>
        <p:spPr>
          <a:xfrm flipH="1" flipV="1">
            <a:off x="5587736" y="169068"/>
            <a:ext cx="416719" cy="184150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 flipH="1">
            <a:off x="4785198" y="44450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r_eyebrow</a:t>
            </a:r>
            <a:endParaRPr lang="ko-KR" altLang="en-US" sz="1000" dirty="0"/>
          </a:p>
        </p:txBody>
      </p:sp>
      <p:sp>
        <p:nvSpPr>
          <p:cNvPr id="183" name="타원 182"/>
          <p:cNvSpPr/>
          <p:nvPr/>
        </p:nvSpPr>
        <p:spPr>
          <a:xfrm flipH="1">
            <a:off x="5981195" y="330161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6" name="타원 185"/>
          <p:cNvSpPr/>
          <p:nvPr/>
        </p:nvSpPr>
        <p:spPr>
          <a:xfrm flipH="1">
            <a:off x="5981195" y="380168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7" name="타원 186"/>
          <p:cNvSpPr/>
          <p:nvPr/>
        </p:nvSpPr>
        <p:spPr>
          <a:xfrm flipH="1">
            <a:off x="5945195" y="433087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88" name="직선 연결선 187"/>
          <p:cNvCxnSpPr/>
          <p:nvPr/>
        </p:nvCxnSpPr>
        <p:spPr>
          <a:xfrm rot="16200000" flipV="1">
            <a:off x="5777212" y="172473"/>
            <a:ext cx="22982" cy="425747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 flipH="1">
            <a:off x="4785198" y="249237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fontAlgn="base"/>
            <a:r>
              <a:rPr lang="en-US" altLang="ko-KR" sz="1000" dirty="0" err="1" smtClean="0"/>
              <a:t>r_eyelid</a:t>
            </a:r>
            <a:endParaRPr lang="en-US" altLang="ko-KR" sz="1000" dirty="0"/>
          </a:p>
        </p:txBody>
      </p:sp>
      <p:cxnSp>
        <p:nvCxnSpPr>
          <p:cNvPr id="190" name="직선 연결선 189"/>
          <p:cNvCxnSpPr>
            <a:endCxn id="191" idx="1"/>
          </p:cNvCxnSpPr>
          <p:nvPr/>
        </p:nvCxnSpPr>
        <p:spPr>
          <a:xfrm flipH="1">
            <a:off x="5579005" y="506375"/>
            <a:ext cx="446384" cy="4456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 flipH="1">
            <a:off x="4785198" y="427830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fontAlgn="base"/>
            <a:r>
              <a:rPr lang="en-US" altLang="ko-KR" sz="1000" dirty="0" err="1" smtClean="0"/>
              <a:t>r_eyeball</a:t>
            </a:r>
            <a:endParaRPr lang="en-US" altLang="ko-KR" sz="1000" dirty="0"/>
          </a:p>
        </p:txBody>
      </p:sp>
      <p:sp>
        <p:nvSpPr>
          <p:cNvPr id="221" name="TextBox 220"/>
          <p:cNvSpPr txBox="1"/>
          <p:nvPr/>
        </p:nvSpPr>
        <p:spPr>
          <a:xfrm>
            <a:off x="7124271" y="4616450"/>
            <a:ext cx="47160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l_calf</a:t>
            </a:r>
            <a:endParaRPr lang="ko-KR" altLang="en-US" sz="1000" dirty="0"/>
          </a:p>
        </p:txBody>
      </p:sp>
      <p:sp>
        <p:nvSpPr>
          <p:cNvPr id="239" name="TextBox 238"/>
          <p:cNvSpPr txBox="1"/>
          <p:nvPr/>
        </p:nvSpPr>
        <p:spPr>
          <a:xfrm flipH="1">
            <a:off x="3919314" y="2565400"/>
            <a:ext cx="73930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r_forearm</a:t>
            </a:r>
            <a:endParaRPr lang="en-US" altLang="ko-KR" sz="1000" dirty="0" smtClean="0"/>
          </a:p>
        </p:txBody>
      </p:sp>
      <p:sp>
        <p:nvSpPr>
          <p:cNvPr id="245" name="TextBox 244"/>
          <p:cNvSpPr txBox="1"/>
          <p:nvPr/>
        </p:nvSpPr>
        <p:spPr>
          <a:xfrm flipH="1">
            <a:off x="4182318" y="3282950"/>
            <a:ext cx="6335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 fontAlgn="base" latinLnBrk="0"/>
            <a:r>
              <a:rPr lang="en-US" altLang="ko-KR" sz="1000" dirty="0" err="1" smtClean="0"/>
              <a:t>r_carpal</a:t>
            </a:r>
            <a:endParaRPr lang="en-US" altLang="ko-KR" sz="1000" dirty="0"/>
          </a:p>
        </p:txBody>
      </p:sp>
      <p:sp>
        <p:nvSpPr>
          <p:cNvPr id="254" name="TextBox 253"/>
          <p:cNvSpPr txBox="1"/>
          <p:nvPr/>
        </p:nvSpPr>
        <p:spPr>
          <a:xfrm flipH="1">
            <a:off x="4634097" y="4616450"/>
            <a:ext cx="484428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r_calf</a:t>
            </a:r>
            <a:endParaRPr lang="ko-KR" altLang="en-US" sz="1000" dirty="0"/>
          </a:p>
        </p:txBody>
      </p:sp>
      <p:sp>
        <p:nvSpPr>
          <p:cNvPr id="256" name="TextBox 255"/>
          <p:cNvSpPr txBox="1"/>
          <p:nvPr/>
        </p:nvSpPr>
        <p:spPr>
          <a:xfrm>
            <a:off x="7239317" y="3727772"/>
            <a:ext cx="124104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l_metacarpal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258" name="TextBox 257"/>
          <p:cNvSpPr txBox="1"/>
          <p:nvPr/>
        </p:nvSpPr>
        <p:spPr>
          <a:xfrm>
            <a:off x="6900862" y="4264820"/>
            <a:ext cx="160813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257" name="TextBox 256"/>
          <p:cNvSpPr txBox="1"/>
          <p:nvPr/>
        </p:nvSpPr>
        <p:spPr>
          <a:xfrm>
            <a:off x="7239316" y="3900330"/>
            <a:ext cx="196818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l_carpal_proximal_phalanx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315" name="TextBox 314"/>
          <p:cNvSpPr txBox="1"/>
          <p:nvPr/>
        </p:nvSpPr>
        <p:spPr>
          <a:xfrm>
            <a:off x="7239317" y="4072887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l_carpal_middle_phalanx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47" name="TextBox 346"/>
          <p:cNvSpPr txBox="1"/>
          <p:nvPr/>
        </p:nvSpPr>
        <p:spPr>
          <a:xfrm flipH="1">
            <a:off x="3750605" y="3734120"/>
            <a:ext cx="124104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r_metacarpal</a:t>
            </a:r>
            <a:r>
              <a:rPr lang="en-US" altLang="ko-KR" sz="800" dirty="0" smtClean="0"/>
              <a:t>_[1,2,3,4,5]</a:t>
            </a:r>
            <a:endParaRPr lang="ko-KR" altLang="en-US" sz="800" dirty="0" smtClean="0"/>
          </a:p>
        </p:txBody>
      </p:sp>
      <p:sp>
        <p:nvSpPr>
          <p:cNvPr id="351" name="TextBox 350"/>
          <p:cNvSpPr txBox="1"/>
          <p:nvPr/>
        </p:nvSpPr>
        <p:spPr>
          <a:xfrm flipH="1">
            <a:off x="3651249" y="4271168"/>
            <a:ext cx="166158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59" name="TextBox 358"/>
          <p:cNvSpPr txBox="1"/>
          <p:nvPr/>
        </p:nvSpPr>
        <p:spPr>
          <a:xfrm flipH="1">
            <a:off x="3022600" y="3906678"/>
            <a:ext cx="197335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r_carpal_proximal_phalanx</a:t>
            </a:r>
            <a:r>
              <a:rPr lang="en-US" altLang="ko-KR" sz="800" dirty="0" smtClean="0"/>
              <a:t>_[1,2,3,4,5]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4" name="TextBox 373"/>
          <p:cNvSpPr txBox="1"/>
          <p:nvPr/>
        </p:nvSpPr>
        <p:spPr>
          <a:xfrm flipH="1">
            <a:off x="2816901" y="4079235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r_carpal_middle_phalanx</a:t>
            </a:r>
            <a:r>
              <a:rPr lang="en-US" altLang="ko-KR" sz="800" dirty="0" smtClean="0"/>
              <a:t>_[2,3,4,5]</a:t>
            </a:r>
            <a:endParaRPr lang="ko-KR" altLang="en-US" sz="800" dirty="0" smtClean="0"/>
          </a:p>
        </p:txBody>
      </p:sp>
      <p:sp>
        <p:nvSpPr>
          <p:cNvPr id="173" name="타원 172"/>
          <p:cNvSpPr/>
          <p:nvPr/>
        </p:nvSpPr>
        <p:spPr>
          <a:xfrm>
            <a:off x="6368251" y="61823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84" name="직선 연결선 183"/>
          <p:cNvCxnSpPr>
            <a:stCxn id="173" idx="6"/>
            <a:endCxn id="399" idx="1"/>
          </p:cNvCxnSpPr>
          <p:nvPr/>
        </p:nvCxnSpPr>
        <p:spPr>
          <a:xfrm flipV="1">
            <a:off x="6422251" y="6133086"/>
            <a:ext cx="612109" cy="7623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타원 382"/>
          <p:cNvSpPr/>
          <p:nvPr/>
        </p:nvSpPr>
        <p:spPr>
          <a:xfrm>
            <a:off x="6396826" y="62585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4" name="직선 연결선 383"/>
          <p:cNvCxnSpPr>
            <a:stCxn id="383" idx="6"/>
            <a:endCxn id="400" idx="1"/>
          </p:cNvCxnSpPr>
          <p:nvPr/>
        </p:nvCxnSpPr>
        <p:spPr>
          <a:xfrm>
            <a:off x="6450826" y="6285525"/>
            <a:ext cx="536552" cy="236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타원 386"/>
          <p:cNvSpPr/>
          <p:nvPr/>
        </p:nvSpPr>
        <p:spPr>
          <a:xfrm>
            <a:off x="6420639" y="63632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8" name="직선 연결선 387"/>
          <p:cNvCxnSpPr>
            <a:stCxn id="387" idx="6"/>
            <a:endCxn id="403" idx="1"/>
          </p:cNvCxnSpPr>
          <p:nvPr/>
        </p:nvCxnSpPr>
        <p:spPr>
          <a:xfrm>
            <a:off x="6474639" y="6390299"/>
            <a:ext cx="399069" cy="3091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/>
          <p:cNvCxnSpPr>
            <a:endCxn id="393" idx="1"/>
          </p:cNvCxnSpPr>
          <p:nvPr/>
        </p:nvCxnSpPr>
        <p:spPr>
          <a:xfrm flipV="1">
            <a:off x="6329413" y="5222161"/>
            <a:ext cx="563373" cy="62041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타원 391"/>
          <p:cNvSpPr/>
          <p:nvPr/>
        </p:nvSpPr>
        <p:spPr>
          <a:xfrm>
            <a:off x="6266562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6892786" y="5099050"/>
            <a:ext cx="5453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l_talus</a:t>
            </a:r>
            <a:endParaRPr lang="en-US" altLang="ko-KR" sz="1000" dirty="0"/>
          </a:p>
        </p:txBody>
      </p:sp>
      <p:sp>
        <p:nvSpPr>
          <p:cNvPr id="399" name="TextBox 398"/>
          <p:cNvSpPr txBox="1"/>
          <p:nvPr/>
        </p:nvSpPr>
        <p:spPr>
          <a:xfrm>
            <a:off x="7034360" y="6025364"/>
            <a:ext cx="73449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l_metatarsal</a:t>
            </a:r>
            <a:endParaRPr lang="ko-KR" altLang="en-US" sz="800" dirty="0"/>
          </a:p>
        </p:txBody>
      </p:sp>
      <p:sp>
        <p:nvSpPr>
          <p:cNvPr id="400" name="TextBox 399"/>
          <p:cNvSpPr txBox="1"/>
          <p:nvPr/>
        </p:nvSpPr>
        <p:spPr>
          <a:xfrm>
            <a:off x="6987378" y="6201461"/>
            <a:ext cx="134844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l_tarsal_proximal_phalanx</a:t>
            </a:r>
            <a:endParaRPr lang="ko-KR" altLang="en-US" sz="800" dirty="0"/>
          </a:p>
        </p:txBody>
      </p:sp>
      <p:sp>
        <p:nvSpPr>
          <p:cNvPr id="403" name="TextBox 402"/>
          <p:cNvSpPr txBox="1"/>
          <p:nvPr/>
        </p:nvSpPr>
        <p:spPr>
          <a:xfrm>
            <a:off x="6873708" y="6591756"/>
            <a:ext cx="119455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l_tarsal_distal_phalanx</a:t>
            </a:r>
            <a:endParaRPr lang="ko-KR" altLang="en-US" sz="800" dirty="0"/>
          </a:p>
        </p:txBody>
      </p:sp>
      <p:sp>
        <p:nvSpPr>
          <p:cNvPr id="419" name="타원 418"/>
          <p:cNvSpPr/>
          <p:nvPr/>
        </p:nvSpPr>
        <p:spPr>
          <a:xfrm flipH="1">
            <a:off x="5763749" y="61823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2" name="직선 연결선 421"/>
          <p:cNvCxnSpPr>
            <a:stCxn id="419" idx="6"/>
            <a:endCxn id="435" idx="1"/>
          </p:cNvCxnSpPr>
          <p:nvPr/>
        </p:nvCxnSpPr>
        <p:spPr>
          <a:xfrm flipH="1" flipV="1">
            <a:off x="5128394" y="6133086"/>
            <a:ext cx="635355" cy="7623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타원 422"/>
          <p:cNvSpPr/>
          <p:nvPr/>
        </p:nvSpPr>
        <p:spPr>
          <a:xfrm flipH="1">
            <a:off x="5735174" y="62585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4" name="직선 연결선 423"/>
          <p:cNvCxnSpPr>
            <a:stCxn id="423" idx="6"/>
            <a:endCxn id="436" idx="1"/>
          </p:cNvCxnSpPr>
          <p:nvPr/>
        </p:nvCxnSpPr>
        <p:spPr>
          <a:xfrm flipH="1">
            <a:off x="5176409" y="6285525"/>
            <a:ext cx="558765" cy="236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타원 426"/>
          <p:cNvSpPr/>
          <p:nvPr/>
        </p:nvSpPr>
        <p:spPr>
          <a:xfrm flipH="1">
            <a:off x="5711361" y="63632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8" name="직선 연결선 427"/>
          <p:cNvCxnSpPr>
            <a:stCxn id="427" idx="6"/>
            <a:endCxn id="438" idx="1"/>
          </p:cNvCxnSpPr>
          <p:nvPr/>
        </p:nvCxnSpPr>
        <p:spPr>
          <a:xfrm flipH="1">
            <a:off x="5330246" y="6390299"/>
            <a:ext cx="381115" cy="3091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>
            <a:stCxn id="430" idx="7"/>
            <a:endCxn id="431" idx="1"/>
          </p:cNvCxnSpPr>
          <p:nvPr/>
        </p:nvCxnSpPr>
        <p:spPr>
          <a:xfrm flipH="1" flipV="1">
            <a:off x="5565947" y="5222161"/>
            <a:ext cx="261307" cy="59520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" name="타원 429"/>
          <p:cNvSpPr/>
          <p:nvPr/>
        </p:nvSpPr>
        <p:spPr>
          <a:xfrm flipH="1">
            <a:off x="5811438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31" name="TextBox 430"/>
          <p:cNvSpPr txBox="1"/>
          <p:nvPr/>
        </p:nvSpPr>
        <p:spPr>
          <a:xfrm flipH="1">
            <a:off x="5007782" y="5099050"/>
            <a:ext cx="55816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r_talus</a:t>
            </a:r>
            <a:endParaRPr lang="en-US" altLang="ko-KR" sz="1000" dirty="0" smtClean="0"/>
          </a:p>
        </p:txBody>
      </p:sp>
      <p:sp>
        <p:nvSpPr>
          <p:cNvPr id="435" name="TextBox 434"/>
          <p:cNvSpPr txBox="1"/>
          <p:nvPr/>
        </p:nvSpPr>
        <p:spPr>
          <a:xfrm flipH="1">
            <a:off x="4382677" y="6025364"/>
            <a:ext cx="74571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r_metatarsal</a:t>
            </a:r>
            <a:endParaRPr lang="ko-KR" altLang="en-US" sz="800" dirty="0" smtClean="0"/>
          </a:p>
        </p:txBody>
      </p:sp>
      <p:sp>
        <p:nvSpPr>
          <p:cNvPr id="436" name="TextBox 435"/>
          <p:cNvSpPr txBox="1"/>
          <p:nvPr/>
        </p:nvSpPr>
        <p:spPr>
          <a:xfrm flipH="1">
            <a:off x="3816742" y="6201461"/>
            <a:ext cx="135966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r_tarsal_proximal_phalanx</a:t>
            </a:r>
            <a:endParaRPr lang="ko-KR" altLang="en-US" sz="800" dirty="0" smtClean="0"/>
          </a:p>
        </p:txBody>
      </p:sp>
      <p:sp>
        <p:nvSpPr>
          <p:cNvPr id="438" name="TextBox 437"/>
          <p:cNvSpPr txBox="1"/>
          <p:nvPr/>
        </p:nvSpPr>
        <p:spPr>
          <a:xfrm flipH="1">
            <a:off x="4124468" y="6591756"/>
            <a:ext cx="120577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r_tarsal_distal_phalanx</a:t>
            </a:r>
            <a:endParaRPr lang="ko-KR" altLang="en-US" sz="800" dirty="0" smtClean="0"/>
          </a:p>
        </p:txBody>
      </p:sp>
      <p:sp>
        <p:nvSpPr>
          <p:cNvPr id="272" name="TextBox 271"/>
          <p:cNvSpPr txBox="1"/>
          <p:nvPr/>
        </p:nvSpPr>
        <p:spPr>
          <a:xfrm>
            <a:off x="4274820" y="4462464"/>
            <a:ext cx="15621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r_carpal_distal_phalanx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276" name="타원 275"/>
          <p:cNvSpPr/>
          <p:nvPr/>
        </p:nvSpPr>
        <p:spPr>
          <a:xfrm flipH="1">
            <a:off x="5391130" y="364438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8" name="타원 277"/>
          <p:cNvSpPr/>
          <p:nvPr/>
        </p:nvSpPr>
        <p:spPr>
          <a:xfrm flipH="1">
            <a:off x="5293499" y="369915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9" name="타원 278"/>
          <p:cNvSpPr/>
          <p:nvPr/>
        </p:nvSpPr>
        <p:spPr>
          <a:xfrm flipH="1">
            <a:off x="5438755" y="373963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0" name="타원 279"/>
          <p:cNvSpPr/>
          <p:nvPr/>
        </p:nvSpPr>
        <p:spPr>
          <a:xfrm flipH="1">
            <a:off x="5476855" y="384203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1" name="타원 280"/>
          <p:cNvSpPr/>
          <p:nvPr/>
        </p:nvSpPr>
        <p:spPr>
          <a:xfrm flipH="1">
            <a:off x="5303025" y="383488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2" name="타원 281"/>
          <p:cNvSpPr/>
          <p:nvPr/>
        </p:nvSpPr>
        <p:spPr>
          <a:xfrm flipH="1">
            <a:off x="5353032" y="394204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3" name="타원 282"/>
          <p:cNvSpPr/>
          <p:nvPr/>
        </p:nvSpPr>
        <p:spPr>
          <a:xfrm flipH="1">
            <a:off x="5443519" y="399443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84" name="직선 연결선 283"/>
          <p:cNvCxnSpPr>
            <a:endCxn id="278" idx="5"/>
          </p:cNvCxnSpPr>
          <p:nvPr/>
        </p:nvCxnSpPr>
        <p:spPr>
          <a:xfrm flipH="1">
            <a:off x="5301407" y="3679338"/>
            <a:ext cx="109579" cy="659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>
            <a:endCxn id="281" idx="5"/>
          </p:cNvCxnSpPr>
          <p:nvPr/>
        </p:nvCxnSpPr>
        <p:spPr>
          <a:xfrm flipH="1">
            <a:off x="5310933" y="3774588"/>
            <a:ext cx="150059" cy="10639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>
            <a:endCxn id="347" idx="1"/>
          </p:cNvCxnSpPr>
          <p:nvPr/>
        </p:nvCxnSpPr>
        <p:spPr>
          <a:xfrm flipH="1">
            <a:off x="4991649" y="3726156"/>
            <a:ext cx="356754" cy="11568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281" idx="2"/>
            <a:endCxn id="359" idx="1"/>
          </p:cNvCxnSpPr>
          <p:nvPr/>
        </p:nvCxnSpPr>
        <p:spPr>
          <a:xfrm flipH="1">
            <a:off x="4995951" y="3861889"/>
            <a:ext cx="361074" cy="1525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>
            <a:stCxn id="282" idx="6"/>
            <a:endCxn id="374" idx="1"/>
          </p:cNvCxnSpPr>
          <p:nvPr/>
        </p:nvCxnSpPr>
        <p:spPr>
          <a:xfrm flipH="1">
            <a:off x="4976901" y="3969045"/>
            <a:ext cx="376131" cy="21791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/>
          <p:cNvCxnSpPr/>
          <p:nvPr/>
        </p:nvCxnSpPr>
        <p:spPr>
          <a:xfrm flipH="1">
            <a:off x="5195570" y="4009528"/>
            <a:ext cx="274143" cy="2291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>
            <a:endCxn id="272" idx="3"/>
          </p:cNvCxnSpPr>
          <p:nvPr/>
        </p:nvCxnSpPr>
        <p:spPr>
          <a:xfrm rot="16200000" flipH="1">
            <a:off x="5315089" y="4048354"/>
            <a:ext cx="710639" cy="33302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타원 299"/>
          <p:cNvSpPr/>
          <p:nvPr/>
        </p:nvSpPr>
        <p:spPr>
          <a:xfrm>
            <a:off x="6725915" y="365200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1" name="타원 300"/>
          <p:cNvSpPr/>
          <p:nvPr/>
        </p:nvSpPr>
        <p:spPr>
          <a:xfrm>
            <a:off x="6823546" y="370677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4" name="타원 303"/>
          <p:cNvSpPr/>
          <p:nvPr/>
        </p:nvSpPr>
        <p:spPr>
          <a:xfrm>
            <a:off x="6678290" y="374725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5" name="타원 304"/>
          <p:cNvSpPr/>
          <p:nvPr/>
        </p:nvSpPr>
        <p:spPr>
          <a:xfrm>
            <a:off x="6640190" y="384965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0" name="타원 309"/>
          <p:cNvSpPr/>
          <p:nvPr/>
        </p:nvSpPr>
        <p:spPr>
          <a:xfrm>
            <a:off x="6814020" y="384250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1" name="타원 310"/>
          <p:cNvSpPr/>
          <p:nvPr/>
        </p:nvSpPr>
        <p:spPr>
          <a:xfrm>
            <a:off x="6764013" y="394966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6673526" y="400205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13" name="직선 연결선 312"/>
          <p:cNvCxnSpPr>
            <a:endCxn id="301" idx="5"/>
          </p:cNvCxnSpPr>
          <p:nvPr/>
        </p:nvCxnSpPr>
        <p:spPr>
          <a:xfrm>
            <a:off x="6760059" y="3686958"/>
            <a:ext cx="109579" cy="659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연결선 313"/>
          <p:cNvCxnSpPr>
            <a:endCxn id="310" idx="5"/>
          </p:cNvCxnSpPr>
          <p:nvPr/>
        </p:nvCxnSpPr>
        <p:spPr>
          <a:xfrm>
            <a:off x="6710053" y="3782208"/>
            <a:ext cx="150059" cy="10639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/>
          <p:cNvCxnSpPr>
            <a:endCxn id="256" idx="1"/>
          </p:cNvCxnSpPr>
          <p:nvPr/>
        </p:nvCxnSpPr>
        <p:spPr>
          <a:xfrm>
            <a:off x="6848971" y="3733777"/>
            <a:ext cx="390346" cy="101717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>
            <a:stCxn id="310" idx="5"/>
            <a:endCxn id="257" idx="1"/>
          </p:cNvCxnSpPr>
          <p:nvPr/>
        </p:nvCxnSpPr>
        <p:spPr>
          <a:xfrm>
            <a:off x="6860112" y="3888601"/>
            <a:ext cx="379204" cy="11945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/>
          <p:cNvCxnSpPr>
            <a:endCxn id="315" idx="1"/>
          </p:cNvCxnSpPr>
          <p:nvPr/>
        </p:nvCxnSpPr>
        <p:spPr>
          <a:xfrm>
            <a:off x="6778643" y="3970474"/>
            <a:ext cx="460674" cy="210135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/>
          <p:cNvCxnSpPr/>
          <p:nvPr/>
        </p:nvCxnSpPr>
        <p:spPr>
          <a:xfrm>
            <a:off x="6701332" y="4017148"/>
            <a:ext cx="274143" cy="2291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>
            <a:stCxn id="305" idx="3"/>
            <a:endCxn id="264" idx="1"/>
          </p:cNvCxnSpPr>
          <p:nvPr/>
        </p:nvCxnSpPr>
        <p:spPr>
          <a:xfrm flipH="1">
            <a:off x="6339840" y="3895743"/>
            <a:ext cx="308258" cy="67444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6339840" y="4462464"/>
            <a:ext cx="15621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l_carpal_distal_phalanx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321" name="타원 320"/>
          <p:cNvSpPr/>
          <p:nvPr/>
        </p:nvSpPr>
        <p:spPr>
          <a:xfrm>
            <a:off x="6052022" y="30297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22" name="직선 연결선 321"/>
          <p:cNvCxnSpPr>
            <a:stCxn id="321" idx="6"/>
            <a:endCxn id="295" idx="1"/>
          </p:cNvCxnSpPr>
          <p:nvPr/>
        </p:nvCxnSpPr>
        <p:spPr>
          <a:xfrm flipV="1">
            <a:off x="6160022" y="2992612"/>
            <a:ext cx="717404" cy="9114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타원 325"/>
          <p:cNvSpPr/>
          <p:nvPr/>
        </p:nvSpPr>
        <p:spPr>
          <a:xfrm>
            <a:off x="6052022" y="313770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33" name="직선 연결선 332"/>
          <p:cNvCxnSpPr/>
          <p:nvPr/>
        </p:nvCxnSpPr>
        <p:spPr>
          <a:xfrm rot="5400000">
            <a:off x="5883275" y="3420447"/>
            <a:ext cx="463550" cy="158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5815688" y="3664922"/>
            <a:ext cx="59984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/>
              <a:t>sacrum</a:t>
            </a:r>
            <a:endParaRPr lang="ko-KR" altLang="en-US" sz="1000" dirty="0"/>
          </a:p>
        </p:txBody>
      </p:sp>
      <p:sp>
        <p:nvSpPr>
          <p:cNvPr id="307" name="타원 306"/>
          <p:cNvSpPr/>
          <p:nvPr/>
        </p:nvSpPr>
        <p:spPr>
          <a:xfrm>
            <a:off x="5728519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8" name="타원 307"/>
          <p:cNvSpPr/>
          <p:nvPr/>
        </p:nvSpPr>
        <p:spPr>
          <a:xfrm>
            <a:off x="6352668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9" name="TextBox 308"/>
          <p:cNvSpPr txBox="1"/>
          <p:nvPr/>
        </p:nvSpPr>
        <p:spPr>
          <a:xfrm flipH="1">
            <a:off x="4370062" y="3130981"/>
            <a:ext cx="58541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r_thigh</a:t>
            </a:r>
            <a:endParaRPr lang="ko-KR" altLang="en-US" sz="1000" dirty="0"/>
          </a:p>
        </p:txBody>
      </p:sp>
      <p:cxnSp>
        <p:nvCxnSpPr>
          <p:cNvPr id="318" name="직선 연결선 317"/>
          <p:cNvCxnSpPr/>
          <p:nvPr/>
        </p:nvCxnSpPr>
        <p:spPr>
          <a:xfrm flipV="1">
            <a:off x="4896167" y="3254091"/>
            <a:ext cx="832352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7233073" y="3130981"/>
            <a:ext cx="57259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l_thigh</a:t>
            </a:r>
            <a:endParaRPr lang="ko-KR" altLang="en-US" sz="1000" dirty="0"/>
          </a:p>
        </p:txBody>
      </p:sp>
      <p:cxnSp>
        <p:nvCxnSpPr>
          <p:cNvPr id="320" name="직선 연결선 319"/>
          <p:cNvCxnSpPr>
            <a:stCxn id="308" idx="6"/>
            <a:endCxn id="319" idx="1"/>
          </p:cNvCxnSpPr>
          <p:nvPr/>
        </p:nvCxnSpPr>
        <p:spPr>
          <a:xfrm>
            <a:off x="6460668" y="3254091"/>
            <a:ext cx="772405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/>
          <p:cNvSpPr/>
          <p:nvPr/>
        </p:nvSpPr>
        <p:spPr>
          <a:xfrm>
            <a:off x="6072127" y="780751"/>
            <a:ext cx="67790" cy="6779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56" name="직선 연결선 155"/>
          <p:cNvCxnSpPr>
            <a:stCxn id="5" idx="6"/>
            <a:endCxn id="157" idx="1"/>
          </p:cNvCxnSpPr>
          <p:nvPr/>
        </p:nvCxnSpPr>
        <p:spPr>
          <a:xfrm flipV="1">
            <a:off x="6139917" y="727154"/>
            <a:ext cx="560127" cy="8749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6700044" y="604043"/>
            <a:ext cx="44275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skull</a:t>
            </a:r>
            <a:endParaRPr lang="ko-KR" altLang="en-US" sz="1000" dirty="0"/>
          </a:p>
        </p:txBody>
      </p:sp>
      <p:cxnSp>
        <p:nvCxnSpPr>
          <p:cNvPr id="246" name="직선 연결선 245"/>
          <p:cNvCxnSpPr>
            <a:stCxn id="296" idx="1"/>
          </p:cNvCxnSpPr>
          <p:nvPr/>
        </p:nvCxnSpPr>
        <p:spPr>
          <a:xfrm flipH="1" flipV="1">
            <a:off x="6109816" y="1470506"/>
            <a:ext cx="504663" cy="15534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>
            <a:stCxn id="226" idx="1"/>
            <a:endCxn id="229" idx="3"/>
          </p:cNvCxnSpPr>
          <p:nvPr/>
        </p:nvCxnSpPr>
        <p:spPr>
          <a:xfrm flipH="1" flipV="1">
            <a:off x="5914401" y="912584"/>
            <a:ext cx="178893" cy="26660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타원 225"/>
          <p:cNvSpPr/>
          <p:nvPr/>
        </p:nvSpPr>
        <p:spPr>
          <a:xfrm>
            <a:off x="6088022" y="1173918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7" name="타원 226"/>
          <p:cNvSpPr/>
          <p:nvPr/>
        </p:nvSpPr>
        <p:spPr>
          <a:xfrm>
            <a:off x="6088022" y="122789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8" name="타원 227"/>
          <p:cNvSpPr/>
          <p:nvPr/>
        </p:nvSpPr>
        <p:spPr>
          <a:xfrm>
            <a:off x="6088022" y="1290599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625539" y="804862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c5</a:t>
            </a:r>
            <a:endParaRPr lang="ko-KR" altLang="en-US" sz="800" dirty="0"/>
          </a:p>
        </p:txBody>
      </p:sp>
      <p:sp>
        <p:nvSpPr>
          <p:cNvPr id="230" name="TextBox 229"/>
          <p:cNvSpPr txBox="1"/>
          <p:nvPr/>
        </p:nvSpPr>
        <p:spPr>
          <a:xfrm>
            <a:off x="5625539" y="939403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c6</a:t>
            </a:r>
            <a:endParaRPr lang="ko-KR" altLang="en-US" sz="800" dirty="0"/>
          </a:p>
        </p:txBody>
      </p:sp>
      <p:sp>
        <p:nvSpPr>
          <p:cNvPr id="234" name="TextBox 233"/>
          <p:cNvSpPr txBox="1"/>
          <p:nvPr/>
        </p:nvSpPr>
        <p:spPr>
          <a:xfrm>
            <a:off x="5625539" y="1073944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c7</a:t>
            </a:r>
            <a:endParaRPr lang="ko-KR" altLang="en-US" sz="800" dirty="0"/>
          </a:p>
        </p:txBody>
      </p:sp>
      <p:cxnSp>
        <p:nvCxnSpPr>
          <p:cNvPr id="236" name="직선 연결선 235"/>
          <p:cNvCxnSpPr>
            <a:stCxn id="227" idx="1"/>
            <a:endCxn id="230" idx="3"/>
          </p:cNvCxnSpPr>
          <p:nvPr/>
        </p:nvCxnSpPr>
        <p:spPr>
          <a:xfrm flipH="1" flipV="1">
            <a:off x="5914401" y="1047125"/>
            <a:ext cx="178893" cy="186040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/>
          <p:cNvCxnSpPr>
            <a:stCxn id="228" idx="1"/>
            <a:endCxn id="234" idx="3"/>
          </p:cNvCxnSpPr>
          <p:nvPr/>
        </p:nvCxnSpPr>
        <p:spPr>
          <a:xfrm flipH="1" flipV="1">
            <a:off x="5914401" y="1181666"/>
            <a:ext cx="178893" cy="114205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/>
          <p:cNvSpPr/>
          <p:nvPr/>
        </p:nvSpPr>
        <p:spPr>
          <a:xfrm>
            <a:off x="6088022" y="1088986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6088022" y="93103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532795" y="1013089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c3</a:t>
            </a:r>
            <a:endParaRPr lang="ko-KR" altLang="en-US" sz="800" dirty="0"/>
          </a:p>
        </p:txBody>
      </p:sp>
      <p:sp>
        <p:nvSpPr>
          <p:cNvPr id="192" name="타원 191"/>
          <p:cNvSpPr/>
          <p:nvPr/>
        </p:nvSpPr>
        <p:spPr>
          <a:xfrm>
            <a:off x="6088022" y="865942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93" name="타원 192"/>
          <p:cNvSpPr/>
          <p:nvPr/>
        </p:nvSpPr>
        <p:spPr>
          <a:xfrm>
            <a:off x="6088022" y="999292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532796" y="1138237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c4</a:t>
            </a:r>
            <a:endParaRPr lang="ko-KR" altLang="en-US" sz="8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532795" y="898132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c2</a:t>
            </a:r>
            <a:endParaRPr lang="ko-KR" altLang="en-US" sz="800" dirty="0"/>
          </a:p>
        </p:txBody>
      </p:sp>
      <p:sp>
        <p:nvSpPr>
          <p:cNvPr id="195" name="TextBox 194"/>
          <p:cNvSpPr txBox="1"/>
          <p:nvPr/>
        </p:nvSpPr>
        <p:spPr>
          <a:xfrm>
            <a:off x="6535176" y="779463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c1</a:t>
            </a:r>
            <a:endParaRPr lang="ko-KR" altLang="en-US" sz="800" dirty="0"/>
          </a:p>
        </p:txBody>
      </p:sp>
      <p:cxnSp>
        <p:nvCxnSpPr>
          <p:cNvPr id="196" name="직선 연결선 195"/>
          <p:cNvCxnSpPr>
            <a:stCxn id="192" idx="6"/>
            <a:endCxn id="195" idx="1"/>
          </p:cNvCxnSpPr>
          <p:nvPr/>
        </p:nvCxnSpPr>
        <p:spPr>
          <a:xfrm>
            <a:off x="6124022" y="883942"/>
            <a:ext cx="411154" cy="324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/>
          <p:cNvCxnSpPr>
            <a:stCxn id="58" idx="6"/>
            <a:endCxn id="194" idx="1"/>
          </p:cNvCxnSpPr>
          <p:nvPr/>
        </p:nvCxnSpPr>
        <p:spPr>
          <a:xfrm>
            <a:off x="6124022" y="949030"/>
            <a:ext cx="408773" cy="56824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>
            <a:stCxn id="57" idx="6"/>
            <a:endCxn id="92" idx="1"/>
          </p:cNvCxnSpPr>
          <p:nvPr/>
        </p:nvCxnSpPr>
        <p:spPr>
          <a:xfrm>
            <a:off x="6124022" y="1106986"/>
            <a:ext cx="408774" cy="13897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/>
          <p:cNvCxnSpPr>
            <a:stCxn id="193" idx="6"/>
            <a:endCxn id="86" idx="1"/>
          </p:cNvCxnSpPr>
          <p:nvPr/>
        </p:nvCxnSpPr>
        <p:spPr>
          <a:xfrm>
            <a:off x="6124022" y="1017292"/>
            <a:ext cx="408773" cy="10351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6088022" y="133584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48" name="타원 247"/>
          <p:cNvSpPr/>
          <p:nvPr/>
        </p:nvSpPr>
        <p:spPr>
          <a:xfrm>
            <a:off x="6088022" y="1459351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6079022" y="233517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2" name="직선 연결선 131"/>
          <p:cNvCxnSpPr>
            <a:stCxn id="62" idx="6"/>
            <a:endCxn id="133" idx="1"/>
          </p:cNvCxnSpPr>
          <p:nvPr/>
        </p:nvCxnSpPr>
        <p:spPr>
          <a:xfrm>
            <a:off x="6133022" y="2362178"/>
            <a:ext cx="194753" cy="945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6327775" y="2333625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l1</a:t>
            </a:r>
            <a:endParaRPr lang="ko-KR" altLang="en-US" sz="1000" dirty="0"/>
          </a:p>
        </p:txBody>
      </p:sp>
      <p:sp>
        <p:nvSpPr>
          <p:cNvPr id="345" name="TextBox 344"/>
          <p:cNvSpPr txBox="1"/>
          <p:nvPr/>
        </p:nvSpPr>
        <p:spPr>
          <a:xfrm>
            <a:off x="6573997" y="2027714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t9</a:t>
            </a:r>
            <a:endParaRPr lang="ko-KR" altLang="en-US" sz="800" dirty="0"/>
          </a:p>
        </p:txBody>
      </p:sp>
      <p:sp>
        <p:nvSpPr>
          <p:cNvPr id="60" name="타원 59"/>
          <p:cNvSpPr/>
          <p:nvPr/>
        </p:nvSpPr>
        <p:spPr>
          <a:xfrm>
            <a:off x="6088022" y="1662075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6088022" y="2004976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18" name="직선 연결선 117"/>
          <p:cNvCxnSpPr>
            <a:stCxn id="60" idx="6"/>
            <a:endCxn id="119" idx="3"/>
          </p:cNvCxnSpPr>
          <p:nvPr/>
        </p:nvCxnSpPr>
        <p:spPr>
          <a:xfrm flipH="1">
            <a:off x="5634688" y="1680075"/>
            <a:ext cx="489334" cy="10008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272088" y="1672436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t6</a:t>
            </a:r>
            <a:endParaRPr lang="ko-KR" altLang="en-US" sz="800" dirty="0"/>
          </a:p>
        </p:txBody>
      </p:sp>
      <p:cxnSp>
        <p:nvCxnSpPr>
          <p:cNvPr id="124" name="직선 연결선 123"/>
          <p:cNvCxnSpPr>
            <a:endCxn id="125" idx="3"/>
          </p:cNvCxnSpPr>
          <p:nvPr/>
        </p:nvCxnSpPr>
        <p:spPr>
          <a:xfrm rot="10800000" flipV="1">
            <a:off x="5633894" y="2022975"/>
            <a:ext cx="456230" cy="8579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5176044" y="2001045"/>
            <a:ext cx="4578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t10</a:t>
            </a:r>
            <a:endParaRPr lang="ko-KR" altLang="en-US" sz="800" dirty="0"/>
          </a:p>
        </p:txBody>
      </p:sp>
      <p:sp>
        <p:nvSpPr>
          <p:cNvPr id="249" name="타원 248"/>
          <p:cNvSpPr/>
          <p:nvPr/>
        </p:nvSpPr>
        <p:spPr>
          <a:xfrm>
            <a:off x="6088022" y="1525868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50" name="타원 249"/>
          <p:cNvSpPr/>
          <p:nvPr/>
        </p:nvSpPr>
        <p:spPr>
          <a:xfrm>
            <a:off x="6088022" y="1593972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52" name="직선 연결선 251"/>
          <p:cNvCxnSpPr>
            <a:endCxn id="302" idx="3"/>
          </p:cNvCxnSpPr>
          <p:nvPr/>
        </p:nvCxnSpPr>
        <p:spPr>
          <a:xfrm rot="10800000" flipV="1">
            <a:off x="5634688" y="1542262"/>
            <a:ext cx="463674" cy="8073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>
            <a:stCxn id="297" idx="1"/>
          </p:cNvCxnSpPr>
          <p:nvPr/>
        </p:nvCxnSpPr>
        <p:spPr>
          <a:xfrm flipH="1" flipV="1">
            <a:off x="6114580" y="1615762"/>
            <a:ext cx="499899" cy="16010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6614479" y="1518127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t3</a:t>
            </a:r>
            <a:endParaRPr lang="ko-KR" altLang="en-US" sz="800" dirty="0"/>
          </a:p>
        </p:txBody>
      </p:sp>
      <p:sp>
        <p:nvSpPr>
          <p:cNvPr id="297" name="TextBox 296"/>
          <p:cNvSpPr txBox="1"/>
          <p:nvPr/>
        </p:nvSpPr>
        <p:spPr>
          <a:xfrm>
            <a:off x="6614479" y="1668146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t5</a:t>
            </a:r>
            <a:endParaRPr lang="ko-KR" altLang="en-US" sz="800" dirty="0"/>
          </a:p>
        </p:txBody>
      </p:sp>
      <p:sp>
        <p:nvSpPr>
          <p:cNvPr id="302" name="TextBox 301"/>
          <p:cNvSpPr txBox="1"/>
          <p:nvPr/>
        </p:nvSpPr>
        <p:spPr>
          <a:xfrm>
            <a:off x="5272088" y="1515274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t4</a:t>
            </a:r>
            <a:endParaRPr lang="ko-KR" altLang="en-US" sz="800" dirty="0"/>
          </a:p>
        </p:txBody>
      </p:sp>
      <p:cxnSp>
        <p:nvCxnSpPr>
          <p:cNvPr id="338" name="직선 연결선 337"/>
          <p:cNvCxnSpPr/>
          <p:nvPr/>
        </p:nvCxnSpPr>
        <p:spPr>
          <a:xfrm rot="10800000">
            <a:off x="6103148" y="1770066"/>
            <a:ext cx="479819" cy="155345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타원 338"/>
          <p:cNvSpPr/>
          <p:nvPr/>
        </p:nvSpPr>
        <p:spPr>
          <a:xfrm>
            <a:off x="6088022" y="174780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40" name="타원 339"/>
          <p:cNvSpPr/>
          <p:nvPr/>
        </p:nvSpPr>
        <p:spPr>
          <a:xfrm>
            <a:off x="6088022" y="1833525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41" name="타원 340"/>
          <p:cNvSpPr/>
          <p:nvPr/>
        </p:nvSpPr>
        <p:spPr>
          <a:xfrm>
            <a:off x="6088022" y="191925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42" name="직선 연결선 341"/>
          <p:cNvCxnSpPr/>
          <p:nvPr/>
        </p:nvCxnSpPr>
        <p:spPr>
          <a:xfrm rot="10800000" flipV="1">
            <a:off x="5632307" y="1854205"/>
            <a:ext cx="463674" cy="8073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rot="10800000">
            <a:off x="6105530" y="1936754"/>
            <a:ext cx="475055" cy="16010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6616860" y="1846739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t7</a:t>
            </a:r>
            <a:endParaRPr lang="ko-KR" altLang="en-US" sz="800" dirty="0"/>
          </a:p>
        </p:txBody>
      </p:sp>
      <p:sp>
        <p:nvSpPr>
          <p:cNvPr id="346" name="TextBox 345"/>
          <p:cNvSpPr txBox="1"/>
          <p:nvPr/>
        </p:nvSpPr>
        <p:spPr>
          <a:xfrm>
            <a:off x="5274469" y="1843886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t8</a:t>
            </a:r>
            <a:endParaRPr lang="ko-KR" altLang="en-US" sz="800" dirty="0"/>
          </a:p>
        </p:txBody>
      </p:sp>
      <p:sp>
        <p:nvSpPr>
          <p:cNvPr id="352" name="타원 351"/>
          <p:cNvSpPr/>
          <p:nvPr/>
        </p:nvSpPr>
        <p:spPr>
          <a:xfrm>
            <a:off x="6088022" y="220500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53" name="직선 연결선 352"/>
          <p:cNvCxnSpPr>
            <a:stCxn id="352" idx="2"/>
            <a:endCxn id="354" idx="3"/>
          </p:cNvCxnSpPr>
          <p:nvPr/>
        </p:nvCxnSpPr>
        <p:spPr>
          <a:xfrm flipH="1">
            <a:off x="5638656" y="2223000"/>
            <a:ext cx="449366" cy="7308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5180806" y="2188360"/>
            <a:ext cx="4578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t12</a:t>
            </a:r>
            <a:endParaRPr lang="ko-KR" altLang="en-US" sz="800" dirty="0"/>
          </a:p>
        </p:txBody>
      </p:sp>
      <p:sp>
        <p:nvSpPr>
          <p:cNvPr id="355" name="타원 354"/>
          <p:cNvSpPr/>
          <p:nvPr/>
        </p:nvSpPr>
        <p:spPr>
          <a:xfrm>
            <a:off x="6088022" y="2089114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56" name="직선 연결선 355"/>
          <p:cNvCxnSpPr>
            <a:stCxn id="357" idx="1"/>
            <a:endCxn id="355" idx="6"/>
          </p:cNvCxnSpPr>
          <p:nvPr/>
        </p:nvCxnSpPr>
        <p:spPr>
          <a:xfrm flipH="1" flipV="1">
            <a:off x="6124022" y="2107114"/>
            <a:ext cx="464263" cy="1608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6588285" y="2160271"/>
            <a:ext cx="33214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t11</a:t>
            </a:r>
            <a:endParaRPr lang="ko-KR" altLang="en-US" sz="800" dirty="0"/>
          </a:p>
        </p:txBody>
      </p:sp>
      <p:sp>
        <p:nvSpPr>
          <p:cNvPr id="360" name="타원 359"/>
          <p:cNvSpPr/>
          <p:nvPr/>
        </p:nvSpPr>
        <p:spPr>
          <a:xfrm>
            <a:off x="6079022" y="246148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66" name="직선 연결선 365"/>
          <p:cNvCxnSpPr>
            <a:stCxn id="367" idx="3"/>
            <a:endCxn id="360" idx="2"/>
          </p:cNvCxnSpPr>
          <p:nvPr/>
        </p:nvCxnSpPr>
        <p:spPr>
          <a:xfrm flipV="1">
            <a:off x="5934725" y="2488485"/>
            <a:ext cx="144297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TextBox 366"/>
          <p:cNvSpPr txBox="1"/>
          <p:nvPr/>
        </p:nvSpPr>
        <p:spPr>
          <a:xfrm>
            <a:off x="5572125" y="2365375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l2</a:t>
            </a:r>
            <a:endParaRPr lang="ko-KR" altLang="en-US" sz="1000" dirty="0"/>
          </a:p>
        </p:txBody>
      </p:sp>
      <p:sp>
        <p:nvSpPr>
          <p:cNvPr id="63" name="타원 62"/>
          <p:cNvSpPr/>
          <p:nvPr/>
        </p:nvSpPr>
        <p:spPr>
          <a:xfrm>
            <a:off x="6079022" y="2609124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7" name="직선 연결선 136"/>
          <p:cNvCxnSpPr>
            <a:stCxn id="63" idx="6"/>
            <a:endCxn id="138" idx="1"/>
          </p:cNvCxnSpPr>
          <p:nvPr/>
        </p:nvCxnSpPr>
        <p:spPr>
          <a:xfrm>
            <a:off x="6133022" y="2636124"/>
            <a:ext cx="196341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329363" y="2513014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l3</a:t>
            </a:r>
            <a:endParaRPr lang="ko-KR" altLang="en-US" sz="1000" dirty="0"/>
          </a:p>
        </p:txBody>
      </p:sp>
      <p:sp>
        <p:nvSpPr>
          <p:cNvPr id="64" name="타원 63"/>
          <p:cNvSpPr/>
          <p:nvPr/>
        </p:nvSpPr>
        <p:spPr>
          <a:xfrm>
            <a:off x="6079022" y="291788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9" name="직선 연결선 138"/>
          <p:cNvCxnSpPr>
            <a:endCxn id="140" idx="3"/>
          </p:cNvCxnSpPr>
          <p:nvPr/>
        </p:nvCxnSpPr>
        <p:spPr>
          <a:xfrm rot="10800000" flipV="1">
            <a:off x="5156851" y="2944480"/>
            <a:ext cx="919579" cy="40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699000" y="2821779"/>
            <a:ext cx="45785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l5</a:t>
            </a:r>
            <a:endParaRPr lang="ko-KR" altLang="en-US" sz="1000" dirty="0"/>
          </a:p>
        </p:txBody>
      </p:sp>
      <p:sp>
        <p:nvSpPr>
          <p:cNvPr id="361" name="타원 360"/>
          <p:cNvSpPr/>
          <p:nvPr/>
        </p:nvSpPr>
        <p:spPr>
          <a:xfrm>
            <a:off x="6079022" y="277739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69" name="직선 연결선 368"/>
          <p:cNvCxnSpPr>
            <a:stCxn id="370" idx="3"/>
            <a:endCxn id="361" idx="2"/>
          </p:cNvCxnSpPr>
          <p:nvPr/>
        </p:nvCxnSpPr>
        <p:spPr>
          <a:xfrm flipV="1">
            <a:off x="5932344" y="2804397"/>
            <a:ext cx="146678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5569744" y="2681287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l4</a:t>
            </a:r>
            <a:endParaRPr lang="ko-KR" altLang="en-US" sz="1000" dirty="0"/>
          </a:p>
        </p:txBody>
      </p:sp>
      <p:cxnSp>
        <p:nvCxnSpPr>
          <p:cNvPr id="34" name="직선 연결선 33"/>
          <p:cNvCxnSpPr>
            <a:endCxn id="75" idx="1"/>
          </p:cNvCxnSpPr>
          <p:nvPr/>
        </p:nvCxnSpPr>
        <p:spPr>
          <a:xfrm>
            <a:off x="6107638" y="1358121"/>
            <a:ext cx="500173" cy="14342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타원 243"/>
          <p:cNvSpPr/>
          <p:nvPr/>
        </p:nvSpPr>
        <p:spPr>
          <a:xfrm>
            <a:off x="6088022" y="1403947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47" name="직선 연결선 246"/>
          <p:cNvCxnSpPr>
            <a:stCxn id="251" idx="3"/>
          </p:cNvCxnSpPr>
          <p:nvPr/>
        </p:nvCxnSpPr>
        <p:spPr>
          <a:xfrm flipV="1">
            <a:off x="5614604" y="1419570"/>
            <a:ext cx="482661" cy="7721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5338566" y="1389066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t2</a:t>
            </a:r>
            <a:endParaRPr lang="ko-KR" altLang="en-US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6607811" y="1393825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t1</a:t>
            </a:r>
            <a:endParaRPr lang="ko-KR" altLang="en-US" sz="800" dirty="0"/>
          </a:p>
        </p:txBody>
      </p:sp>
      <p:grpSp>
        <p:nvGrpSpPr>
          <p:cNvPr id="2" name="그룹 292"/>
          <p:cNvGrpSpPr/>
          <p:nvPr/>
        </p:nvGrpSpPr>
        <p:grpSpPr>
          <a:xfrm>
            <a:off x="187307" y="281940"/>
            <a:ext cx="2822593" cy="400110"/>
            <a:chOff x="187307" y="281940"/>
            <a:chExt cx="2822593" cy="400110"/>
          </a:xfrm>
        </p:grpSpPr>
        <p:sp>
          <p:nvSpPr>
            <p:cNvPr id="289" name="TextBox 288"/>
            <p:cNvSpPr txBox="1"/>
            <p:nvPr/>
          </p:nvSpPr>
          <p:spPr>
            <a:xfrm>
              <a:off x="304799" y="281940"/>
              <a:ext cx="270510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/>
                <a:t>LOA3 Object Name</a:t>
              </a:r>
            </a:p>
          </p:txBody>
        </p:sp>
        <p:sp>
          <p:nvSpPr>
            <p:cNvPr id="291" name="타원 290"/>
            <p:cNvSpPr/>
            <p:nvPr/>
          </p:nvSpPr>
          <p:spPr>
            <a:xfrm>
              <a:off x="187307" y="427995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6877426" y="2869501"/>
            <a:ext cx="51328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pelvis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4449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279331" y="350412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812662" y="350412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6198394" y="171450"/>
            <a:ext cx="416719" cy="184150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6731000" y="136525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endCxn id="80" idx="1"/>
          </p:cNvCxnSpPr>
          <p:nvPr/>
        </p:nvCxnSpPr>
        <p:spPr>
          <a:xfrm flipV="1">
            <a:off x="6889750" y="3406061"/>
            <a:ext cx="545306" cy="14994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endCxn id="245" idx="1"/>
          </p:cNvCxnSpPr>
          <p:nvPr/>
        </p:nvCxnSpPr>
        <p:spPr>
          <a:xfrm flipH="1" flipV="1">
            <a:off x="4815825" y="3406061"/>
            <a:ext cx="505476" cy="14994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623844" y="46832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l_eyebrow</a:t>
            </a:r>
            <a:endParaRPr lang="ko-KR" alt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7454900" y="1225550"/>
            <a:ext cx="7056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l_scapula</a:t>
            </a:r>
            <a:endParaRPr lang="en-US" altLang="ko-KR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72648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l_forearm</a:t>
            </a:r>
            <a:endParaRPr lang="en-US" altLang="ko-KR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7435056" y="3282950"/>
            <a:ext cx="62068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l_carpal</a:t>
            </a:r>
            <a:endParaRPr lang="en-US" altLang="ko-KR" sz="1000" dirty="0"/>
          </a:p>
        </p:txBody>
      </p:sp>
      <p:sp>
        <p:nvSpPr>
          <p:cNvPr id="71" name="타원 70"/>
          <p:cNvSpPr/>
          <p:nvPr/>
        </p:nvSpPr>
        <p:spPr>
          <a:xfrm>
            <a:off x="6711629" y="133981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6694961" y="144935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6201248" y="12601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05" name="직선 연결선 104"/>
          <p:cNvCxnSpPr>
            <a:endCxn id="106" idx="1"/>
          </p:cNvCxnSpPr>
          <p:nvPr/>
        </p:nvCxnSpPr>
        <p:spPr>
          <a:xfrm flipV="1">
            <a:off x="6216650" y="1043861"/>
            <a:ext cx="1073150" cy="26424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289800" y="920750"/>
            <a:ext cx="68800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l_clavicle</a:t>
            </a:r>
            <a:endParaRPr lang="en-US" altLang="ko-KR" sz="1000" dirty="0"/>
          </a:p>
        </p:txBody>
      </p:sp>
      <p:cxnSp>
        <p:nvCxnSpPr>
          <p:cNvPr id="112" name="직선 연결선 111"/>
          <p:cNvCxnSpPr>
            <a:endCxn id="113" idx="1"/>
          </p:cNvCxnSpPr>
          <p:nvPr/>
        </p:nvCxnSpPr>
        <p:spPr>
          <a:xfrm>
            <a:off x="6711950" y="1479550"/>
            <a:ext cx="685800" cy="977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397750" y="1454150"/>
            <a:ext cx="83708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l_upperarm</a:t>
            </a:r>
            <a:endParaRPr lang="en-US" altLang="ko-KR" sz="1000" dirty="0"/>
          </a:p>
        </p:txBody>
      </p:sp>
      <p:cxnSp>
        <p:nvCxnSpPr>
          <p:cNvPr id="161" name="직선 연결선 160"/>
          <p:cNvCxnSpPr/>
          <p:nvPr/>
        </p:nvCxnSpPr>
        <p:spPr>
          <a:xfrm flipH="1">
            <a:off x="4785159" y="1371600"/>
            <a:ext cx="704850" cy="15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 flipH="1">
            <a:off x="4071688" y="1231900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r_scapula</a:t>
            </a:r>
            <a:endParaRPr lang="en-US" altLang="ko-KR" sz="1000" dirty="0" smtClean="0"/>
          </a:p>
        </p:txBody>
      </p:sp>
      <p:sp>
        <p:nvSpPr>
          <p:cNvPr id="163" name="타원 162"/>
          <p:cNvSpPr/>
          <p:nvPr/>
        </p:nvSpPr>
        <p:spPr>
          <a:xfrm flipH="1">
            <a:off x="5455380" y="134616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4" name="타원 163"/>
          <p:cNvSpPr/>
          <p:nvPr/>
        </p:nvSpPr>
        <p:spPr>
          <a:xfrm flipH="1">
            <a:off x="5472048" y="145570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65" name="타원 164"/>
          <p:cNvSpPr/>
          <p:nvPr/>
        </p:nvSpPr>
        <p:spPr>
          <a:xfrm flipH="1">
            <a:off x="5911761" y="1260176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66" name="직선 연결선 165"/>
          <p:cNvCxnSpPr>
            <a:endCxn id="167" idx="1"/>
          </p:cNvCxnSpPr>
          <p:nvPr/>
        </p:nvCxnSpPr>
        <p:spPr>
          <a:xfrm flipH="1" flipV="1">
            <a:off x="5325548" y="1050211"/>
            <a:ext cx="678812" cy="26424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 flipH="1">
            <a:off x="4624715" y="927100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r_clavicle</a:t>
            </a:r>
            <a:endParaRPr lang="en-US" altLang="ko-KR" sz="1000" dirty="0" smtClean="0"/>
          </a:p>
        </p:txBody>
      </p:sp>
      <p:cxnSp>
        <p:nvCxnSpPr>
          <p:cNvPr id="168" name="직선 연결선 167"/>
          <p:cNvCxnSpPr>
            <a:endCxn id="169" idx="1"/>
          </p:cNvCxnSpPr>
          <p:nvPr/>
        </p:nvCxnSpPr>
        <p:spPr>
          <a:xfrm flipH="1">
            <a:off x="4885777" y="1485899"/>
            <a:ext cx="623282" cy="9771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 flipH="1">
            <a:off x="4035864" y="1460500"/>
            <a:ext cx="84991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r_upperarm</a:t>
            </a:r>
            <a:endParaRPr lang="en-US" altLang="ko-KR" sz="1000" dirty="0" smtClean="0"/>
          </a:p>
        </p:txBody>
      </p:sp>
      <p:sp>
        <p:nvSpPr>
          <p:cNvPr id="143" name="타원 142"/>
          <p:cNvSpPr/>
          <p:nvPr/>
        </p:nvSpPr>
        <p:spPr>
          <a:xfrm>
            <a:off x="6185654" y="33254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6185654" y="38255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5" name="타원 144"/>
          <p:cNvSpPr/>
          <p:nvPr/>
        </p:nvSpPr>
        <p:spPr>
          <a:xfrm>
            <a:off x="6149654" y="435469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6079022" y="62781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48" name="직선 연결선 147"/>
          <p:cNvCxnSpPr/>
          <p:nvPr/>
        </p:nvCxnSpPr>
        <p:spPr>
          <a:xfrm rot="5400000" flipH="1" flipV="1">
            <a:off x="6402655" y="174855"/>
            <a:ext cx="22982" cy="425747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6623844" y="251619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000" dirty="0" err="1" smtClean="0"/>
              <a:t>l_eyelid</a:t>
            </a:r>
            <a:endParaRPr lang="en-US" altLang="ko-KR" sz="1000" dirty="0"/>
          </a:p>
        </p:txBody>
      </p:sp>
      <p:cxnSp>
        <p:nvCxnSpPr>
          <p:cNvPr id="152" name="직선 연결선 151"/>
          <p:cNvCxnSpPr>
            <a:endCxn id="153" idx="1"/>
          </p:cNvCxnSpPr>
          <p:nvPr/>
        </p:nvCxnSpPr>
        <p:spPr>
          <a:xfrm>
            <a:off x="6177461" y="508757"/>
            <a:ext cx="446383" cy="4456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623844" y="430212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000" dirty="0" err="1" smtClean="0"/>
              <a:t>l_eyeball</a:t>
            </a:r>
            <a:endParaRPr lang="en-US" altLang="ko-KR" sz="1000" dirty="0"/>
          </a:p>
        </p:txBody>
      </p:sp>
      <p:cxnSp>
        <p:nvCxnSpPr>
          <p:cNvPr id="160" name="직선 연결선 159"/>
          <p:cNvCxnSpPr>
            <a:stCxn id="174" idx="3"/>
          </p:cNvCxnSpPr>
          <p:nvPr/>
        </p:nvCxnSpPr>
        <p:spPr>
          <a:xfrm flipV="1">
            <a:off x="5758374" y="655721"/>
            <a:ext cx="363025" cy="14763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5379745" y="680244"/>
            <a:ext cx="37862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smtClean="0"/>
              <a:t>jaw</a:t>
            </a:r>
          </a:p>
        </p:txBody>
      </p:sp>
      <p:cxnSp>
        <p:nvCxnSpPr>
          <p:cNvPr id="177" name="직선 연결선 176"/>
          <p:cNvCxnSpPr/>
          <p:nvPr/>
        </p:nvCxnSpPr>
        <p:spPr>
          <a:xfrm flipH="1" flipV="1">
            <a:off x="5587736" y="169068"/>
            <a:ext cx="416719" cy="184150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 flipH="1">
            <a:off x="4785198" y="44450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r_eyebrow</a:t>
            </a:r>
            <a:endParaRPr lang="ko-KR" altLang="en-US" sz="1000" dirty="0"/>
          </a:p>
        </p:txBody>
      </p:sp>
      <p:sp>
        <p:nvSpPr>
          <p:cNvPr id="183" name="타원 182"/>
          <p:cNvSpPr/>
          <p:nvPr/>
        </p:nvSpPr>
        <p:spPr>
          <a:xfrm flipH="1">
            <a:off x="5981195" y="330161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6" name="타원 185"/>
          <p:cNvSpPr/>
          <p:nvPr/>
        </p:nvSpPr>
        <p:spPr>
          <a:xfrm flipH="1">
            <a:off x="5981195" y="380168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87" name="타원 186"/>
          <p:cNvSpPr/>
          <p:nvPr/>
        </p:nvSpPr>
        <p:spPr>
          <a:xfrm flipH="1">
            <a:off x="5945195" y="433087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88" name="직선 연결선 187"/>
          <p:cNvCxnSpPr/>
          <p:nvPr/>
        </p:nvCxnSpPr>
        <p:spPr>
          <a:xfrm rot="16200000" flipV="1">
            <a:off x="5777212" y="172473"/>
            <a:ext cx="22982" cy="425747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 flipH="1">
            <a:off x="4785198" y="249237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fontAlgn="base"/>
            <a:r>
              <a:rPr lang="en-US" altLang="ko-KR" sz="1000" dirty="0" err="1" smtClean="0"/>
              <a:t>r_eyelid</a:t>
            </a:r>
            <a:endParaRPr lang="en-US" altLang="ko-KR" sz="1000" dirty="0"/>
          </a:p>
        </p:txBody>
      </p:sp>
      <p:cxnSp>
        <p:nvCxnSpPr>
          <p:cNvPr id="190" name="직선 연결선 189"/>
          <p:cNvCxnSpPr>
            <a:endCxn id="191" idx="1"/>
          </p:cNvCxnSpPr>
          <p:nvPr/>
        </p:nvCxnSpPr>
        <p:spPr>
          <a:xfrm flipH="1">
            <a:off x="5579005" y="506375"/>
            <a:ext cx="446384" cy="4456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 flipH="1">
            <a:off x="4785198" y="427830"/>
            <a:ext cx="79380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 fontAlgn="base"/>
            <a:r>
              <a:rPr lang="en-US" altLang="ko-KR" sz="1000" dirty="0" err="1" smtClean="0"/>
              <a:t>r_eyeball</a:t>
            </a:r>
            <a:endParaRPr lang="en-US" altLang="ko-KR" sz="1000" dirty="0"/>
          </a:p>
        </p:txBody>
      </p:sp>
      <p:sp>
        <p:nvSpPr>
          <p:cNvPr id="221" name="TextBox 220"/>
          <p:cNvSpPr txBox="1"/>
          <p:nvPr/>
        </p:nvSpPr>
        <p:spPr>
          <a:xfrm>
            <a:off x="7124271" y="4616450"/>
            <a:ext cx="47160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l_calf</a:t>
            </a:r>
            <a:endParaRPr lang="ko-KR" altLang="en-US" sz="1000" dirty="0"/>
          </a:p>
        </p:txBody>
      </p:sp>
      <p:sp>
        <p:nvSpPr>
          <p:cNvPr id="239" name="TextBox 238"/>
          <p:cNvSpPr txBox="1"/>
          <p:nvPr/>
        </p:nvSpPr>
        <p:spPr>
          <a:xfrm flipH="1">
            <a:off x="3919314" y="2565400"/>
            <a:ext cx="73930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r_forearm</a:t>
            </a:r>
            <a:endParaRPr lang="en-US" altLang="ko-KR" sz="1000" dirty="0" smtClean="0"/>
          </a:p>
        </p:txBody>
      </p:sp>
      <p:sp>
        <p:nvSpPr>
          <p:cNvPr id="245" name="TextBox 244"/>
          <p:cNvSpPr txBox="1"/>
          <p:nvPr/>
        </p:nvSpPr>
        <p:spPr>
          <a:xfrm flipH="1">
            <a:off x="4182318" y="3282950"/>
            <a:ext cx="63350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 fontAlgn="base" latinLnBrk="0"/>
            <a:r>
              <a:rPr lang="en-US" altLang="ko-KR" sz="1000" dirty="0" err="1" smtClean="0"/>
              <a:t>r_carpal</a:t>
            </a:r>
            <a:endParaRPr lang="en-US" altLang="ko-KR" sz="1000" dirty="0"/>
          </a:p>
        </p:txBody>
      </p:sp>
      <p:sp>
        <p:nvSpPr>
          <p:cNvPr id="254" name="TextBox 253"/>
          <p:cNvSpPr txBox="1"/>
          <p:nvPr/>
        </p:nvSpPr>
        <p:spPr>
          <a:xfrm flipH="1">
            <a:off x="4634097" y="4616450"/>
            <a:ext cx="484428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r_calf</a:t>
            </a:r>
            <a:endParaRPr lang="ko-KR" altLang="en-US" sz="1000" dirty="0"/>
          </a:p>
        </p:txBody>
      </p:sp>
      <p:sp>
        <p:nvSpPr>
          <p:cNvPr id="209" name="타원 208"/>
          <p:cNvSpPr/>
          <p:nvPr/>
        </p:nvSpPr>
        <p:spPr>
          <a:xfrm>
            <a:off x="6766392" y="359010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10" name="타원 209"/>
          <p:cNvSpPr/>
          <p:nvPr/>
        </p:nvSpPr>
        <p:spPr>
          <a:xfrm>
            <a:off x="6852118" y="3632966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17" name="직선 연결선 216"/>
          <p:cNvCxnSpPr>
            <a:endCxn id="210" idx="5"/>
          </p:cNvCxnSpPr>
          <p:nvPr/>
        </p:nvCxnSpPr>
        <p:spPr>
          <a:xfrm>
            <a:off x="6788631" y="3613147"/>
            <a:ext cx="109579" cy="6591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/>
          <p:cNvCxnSpPr/>
          <p:nvPr/>
        </p:nvCxnSpPr>
        <p:spPr>
          <a:xfrm>
            <a:off x="6877543" y="3659966"/>
            <a:ext cx="376535" cy="2970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7261759" y="3555213"/>
            <a:ext cx="241284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l_trapezium</a:t>
            </a:r>
            <a:r>
              <a:rPr lang="en-US" altLang="ko-KR" sz="800" dirty="0" smtClean="0"/>
              <a:t> / </a:t>
            </a:r>
            <a:r>
              <a:rPr lang="en-US" altLang="ko-KR" sz="800" dirty="0" err="1" smtClean="0"/>
              <a:t>l_trapezoid</a:t>
            </a:r>
            <a:r>
              <a:rPr lang="en-US" altLang="ko-KR" sz="800" dirty="0" smtClean="0"/>
              <a:t> / </a:t>
            </a:r>
            <a:r>
              <a:rPr lang="en-US" altLang="ko-KR" sz="800" dirty="0" err="1" smtClean="0"/>
              <a:t>l_capitate</a:t>
            </a:r>
            <a:r>
              <a:rPr lang="en-US" altLang="ko-KR" sz="800" dirty="0" smtClean="0"/>
              <a:t> / </a:t>
            </a:r>
            <a:r>
              <a:rPr lang="en-US" altLang="ko-KR" sz="800" dirty="0" err="1" smtClean="0"/>
              <a:t>l_hamate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7239317" y="3727772"/>
            <a:ext cx="124104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l_metacarpal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258" name="TextBox 257"/>
          <p:cNvSpPr txBox="1"/>
          <p:nvPr/>
        </p:nvSpPr>
        <p:spPr>
          <a:xfrm>
            <a:off x="6900862" y="4264820"/>
            <a:ext cx="160813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257" name="TextBox 256"/>
          <p:cNvSpPr txBox="1"/>
          <p:nvPr/>
        </p:nvSpPr>
        <p:spPr>
          <a:xfrm>
            <a:off x="7239316" y="3900330"/>
            <a:ext cx="196818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l_carpal_proximal_phalanx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315" name="TextBox 314"/>
          <p:cNvSpPr txBox="1"/>
          <p:nvPr/>
        </p:nvSpPr>
        <p:spPr>
          <a:xfrm>
            <a:off x="7239317" y="4072887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l_carpal_middle_phalanx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29" name="타원 328"/>
          <p:cNvSpPr/>
          <p:nvPr/>
        </p:nvSpPr>
        <p:spPr>
          <a:xfrm flipH="1">
            <a:off x="5374259" y="3596450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30" name="타원 329"/>
          <p:cNvSpPr/>
          <p:nvPr/>
        </p:nvSpPr>
        <p:spPr>
          <a:xfrm flipH="1">
            <a:off x="5288533" y="3639314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31" name="직선 연결선 330"/>
          <p:cNvCxnSpPr>
            <a:endCxn id="330" idx="5"/>
          </p:cNvCxnSpPr>
          <p:nvPr/>
        </p:nvCxnSpPr>
        <p:spPr>
          <a:xfrm flipH="1">
            <a:off x="5296441" y="3619495"/>
            <a:ext cx="109579" cy="6591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/>
          <p:cNvCxnSpPr>
            <a:endCxn id="328" idx="1"/>
          </p:cNvCxnSpPr>
          <p:nvPr/>
        </p:nvCxnSpPr>
        <p:spPr>
          <a:xfrm flipH="1">
            <a:off x="4906131" y="3659964"/>
            <a:ext cx="410978" cy="297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/>
          <p:cNvSpPr txBox="1"/>
          <p:nvPr/>
        </p:nvSpPr>
        <p:spPr>
          <a:xfrm flipH="1">
            <a:off x="2416347" y="3555213"/>
            <a:ext cx="248978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r_trapezium</a:t>
            </a:r>
            <a:r>
              <a:rPr lang="en-US" altLang="ko-KR" sz="800" dirty="0" smtClean="0"/>
              <a:t> / </a:t>
            </a:r>
            <a:r>
              <a:rPr lang="en-US" altLang="ko-KR" sz="800" dirty="0" err="1" smtClean="0"/>
              <a:t>r_trapezoid</a:t>
            </a:r>
            <a:r>
              <a:rPr lang="en-US" altLang="ko-KR" sz="800" dirty="0" smtClean="0"/>
              <a:t> / </a:t>
            </a:r>
            <a:r>
              <a:rPr lang="en-US" altLang="ko-KR" sz="800" dirty="0" err="1" smtClean="0"/>
              <a:t>r_capitate</a:t>
            </a:r>
            <a:r>
              <a:rPr lang="en-US" altLang="ko-KR" sz="800" dirty="0" smtClean="0"/>
              <a:t> / </a:t>
            </a:r>
            <a:r>
              <a:rPr lang="en-US" altLang="ko-KR" sz="800" dirty="0" err="1" smtClean="0"/>
              <a:t>r_hamate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47" name="TextBox 346"/>
          <p:cNvSpPr txBox="1"/>
          <p:nvPr/>
        </p:nvSpPr>
        <p:spPr>
          <a:xfrm flipH="1">
            <a:off x="3750605" y="3734120"/>
            <a:ext cx="124104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r_metacarpal</a:t>
            </a:r>
            <a:r>
              <a:rPr lang="en-US" altLang="ko-KR" sz="800" dirty="0" smtClean="0"/>
              <a:t>_[1,2,3,4,5]</a:t>
            </a:r>
            <a:endParaRPr lang="ko-KR" altLang="en-US" sz="800" dirty="0" smtClean="0"/>
          </a:p>
        </p:txBody>
      </p:sp>
      <p:sp>
        <p:nvSpPr>
          <p:cNvPr id="351" name="TextBox 350"/>
          <p:cNvSpPr txBox="1"/>
          <p:nvPr/>
        </p:nvSpPr>
        <p:spPr>
          <a:xfrm flipH="1">
            <a:off x="3651249" y="4271168"/>
            <a:ext cx="166158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59" name="TextBox 358"/>
          <p:cNvSpPr txBox="1"/>
          <p:nvPr/>
        </p:nvSpPr>
        <p:spPr>
          <a:xfrm flipH="1">
            <a:off x="3022600" y="3906678"/>
            <a:ext cx="1973351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r_carpal_proximal_phalanx</a:t>
            </a:r>
            <a:r>
              <a:rPr lang="en-US" altLang="ko-KR" sz="800" dirty="0" smtClean="0"/>
              <a:t>_[1,2,3,4,5]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74" name="TextBox 373"/>
          <p:cNvSpPr txBox="1"/>
          <p:nvPr/>
        </p:nvSpPr>
        <p:spPr>
          <a:xfrm flipH="1">
            <a:off x="2816901" y="4079235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r_carpal_middle_phalanx</a:t>
            </a:r>
            <a:r>
              <a:rPr lang="en-US" altLang="ko-KR" sz="800" dirty="0" smtClean="0"/>
              <a:t>_[2,3,4,5]</a:t>
            </a:r>
            <a:endParaRPr lang="ko-KR" altLang="en-US" sz="800" dirty="0" smtClean="0"/>
          </a:p>
        </p:txBody>
      </p:sp>
      <p:sp>
        <p:nvSpPr>
          <p:cNvPr id="401" name="TextBox 400"/>
          <p:cNvSpPr txBox="1"/>
          <p:nvPr/>
        </p:nvSpPr>
        <p:spPr>
          <a:xfrm>
            <a:off x="5356855" y="6559428"/>
            <a:ext cx="147829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r/</a:t>
            </a:r>
            <a:r>
              <a:rPr lang="en-US" altLang="ko-KR" sz="800" dirty="0" err="1" smtClean="0"/>
              <a:t>l_tarsal_distal_phalanx</a:t>
            </a:r>
            <a:r>
              <a:rPr lang="en-US" altLang="ko-KR" sz="800" dirty="0" smtClean="0"/>
              <a:t>__[1]</a:t>
            </a:r>
            <a:endParaRPr lang="ko-KR" altLang="en-US" sz="800" dirty="0"/>
          </a:p>
        </p:txBody>
      </p:sp>
      <p:cxnSp>
        <p:nvCxnSpPr>
          <p:cNvPr id="40" name="직선 연결선 39"/>
          <p:cNvCxnSpPr>
            <a:stCxn id="170" idx="7"/>
            <a:endCxn id="394" idx="1"/>
          </p:cNvCxnSpPr>
          <p:nvPr/>
        </p:nvCxnSpPr>
        <p:spPr>
          <a:xfrm flipV="1">
            <a:off x="6354812" y="5504436"/>
            <a:ext cx="505566" cy="414334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타원 169"/>
          <p:cNvSpPr/>
          <p:nvPr/>
        </p:nvSpPr>
        <p:spPr>
          <a:xfrm>
            <a:off x="6308720" y="591086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1" name="타원 170"/>
          <p:cNvSpPr/>
          <p:nvPr/>
        </p:nvSpPr>
        <p:spPr>
          <a:xfrm>
            <a:off x="6332532" y="598468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2" name="타원 171"/>
          <p:cNvSpPr/>
          <p:nvPr/>
        </p:nvSpPr>
        <p:spPr>
          <a:xfrm>
            <a:off x="6351582" y="6068026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73" name="타원 172"/>
          <p:cNvSpPr/>
          <p:nvPr/>
        </p:nvSpPr>
        <p:spPr>
          <a:xfrm>
            <a:off x="6368251" y="61823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78" name="직선 연결선 177"/>
          <p:cNvCxnSpPr>
            <a:stCxn id="171" idx="6"/>
            <a:endCxn id="396" idx="1"/>
          </p:cNvCxnSpPr>
          <p:nvPr/>
        </p:nvCxnSpPr>
        <p:spPr>
          <a:xfrm flipV="1">
            <a:off x="6386532" y="5733036"/>
            <a:ext cx="556396" cy="278645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>
            <a:stCxn id="172" idx="6"/>
          </p:cNvCxnSpPr>
          <p:nvPr/>
        </p:nvCxnSpPr>
        <p:spPr>
          <a:xfrm flipV="1">
            <a:off x="6405582" y="5957173"/>
            <a:ext cx="480200" cy="13785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>
            <a:stCxn id="173" idx="6"/>
            <a:endCxn id="399" idx="1"/>
          </p:cNvCxnSpPr>
          <p:nvPr/>
        </p:nvCxnSpPr>
        <p:spPr>
          <a:xfrm flipV="1">
            <a:off x="6422251" y="6133086"/>
            <a:ext cx="612109" cy="7623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타원 382"/>
          <p:cNvSpPr/>
          <p:nvPr/>
        </p:nvSpPr>
        <p:spPr>
          <a:xfrm>
            <a:off x="6396826" y="62585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4" name="직선 연결선 383"/>
          <p:cNvCxnSpPr>
            <a:stCxn id="383" idx="6"/>
            <a:endCxn id="400" idx="1"/>
          </p:cNvCxnSpPr>
          <p:nvPr/>
        </p:nvCxnSpPr>
        <p:spPr>
          <a:xfrm>
            <a:off x="6450826" y="6285525"/>
            <a:ext cx="536552" cy="236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타원 384"/>
          <p:cNvSpPr/>
          <p:nvPr/>
        </p:nvSpPr>
        <p:spPr>
          <a:xfrm>
            <a:off x="6411114" y="631091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6" name="직선 연결선 385"/>
          <p:cNvCxnSpPr>
            <a:stCxn id="385" idx="6"/>
            <a:endCxn id="402" idx="1"/>
          </p:cNvCxnSpPr>
          <p:nvPr/>
        </p:nvCxnSpPr>
        <p:spPr>
          <a:xfrm>
            <a:off x="6465114" y="6337912"/>
            <a:ext cx="446694" cy="16641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타원 386"/>
          <p:cNvSpPr/>
          <p:nvPr/>
        </p:nvSpPr>
        <p:spPr>
          <a:xfrm>
            <a:off x="6420639" y="63632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88" name="직선 연결선 387"/>
          <p:cNvCxnSpPr>
            <a:stCxn id="387" idx="6"/>
            <a:endCxn id="403" idx="1"/>
          </p:cNvCxnSpPr>
          <p:nvPr/>
        </p:nvCxnSpPr>
        <p:spPr>
          <a:xfrm>
            <a:off x="6474639" y="6390299"/>
            <a:ext cx="399069" cy="3091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/>
          <p:cNvCxnSpPr>
            <a:endCxn id="393" idx="1"/>
          </p:cNvCxnSpPr>
          <p:nvPr/>
        </p:nvCxnSpPr>
        <p:spPr>
          <a:xfrm flipV="1">
            <a:off x="6329413" y="5222161"/>
            <a:ext cx="563373" cy="62041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타원 391"/>
          <p:cNvSpPr/>
          <p:nvPr/>
        </p:nvSpPr>
        <p:spPr>
          <a:xfrm>
            <a:off x="6266562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93" name="TextBox 392"/>
          <p:cNvSpPr txBox="1"/>
          <p:nvPr/>
        </p:nvSpPr>
        <p:spPr>
          <a:xfrm>
            <a:off x="6892786" y="5099050"/>
            <a:ext cx="5453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1000" dirty="0" err="1" smtClean="0"/>
              <a:t>l_talus</a:t>
            </a:r>
            <a:endParaRPr lang="en-US" altLang="ko-KR" sz="1000" dirty="0"/>
          </a:p>
        </p:txBody>
      </p:sp>
      <p:sp>
        <p:nvSpPr>
          <p:cNvPr id="394" name="TextBox 393"/>
          <p:cNvSpPr txBox="1"/>
          <p:nvPr/>
        </p:nvSpPr>
        <p:spPr>
          <a:xfrm>
            <a:off x="6860378" y="5396714"/>
            <a:ext cx="69923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800" dirty="0" err="1" smtClean="0"/>
              <a:t>l_calcaneus</a:t>
            </a:r>
            <a:endParaRPr lang="en-US" altLang="ko-KR" sz="800" dirty="0"/>
          </a:p>
        </p:txBody>
      </p:sp>
      <p:sp>
        <p:nvSpPr>
          <p:cNvPr id="396" name="TextBox 395"/>
          <p:cNvSpPr txBox="1"/>
          <p:nvPr/>
        </p:nvSpPr>
        <p:spPr>
          <a:xfrm>
            <a:off x="6942928" y="5625314"/>
            <a:ext cx="66396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800" dirty="0" err="1" smtClean="0"/>
              <a:t>l_navicular</a:t>
            </a:r>
            <a:endParaRPr lang="en-US" altLang="ko-KR" sz="800" dirty="0"/>
          </a:p>
        </p:txBody>
      </p:sp>
      <p:sp>
        <p:nvSpPr>
          <p:cNvPr id="398" name="TextBox 397"/>
          <p:cNvSpPr txBox="1"/>
          <p:nvPr/>
        </p:nvSpPr>
        <p:spPr>
          <a:xfrm>
            <a:off x="6892128" y="5828514"/>
            <a:ext cx="157767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800" dirty="0" err="1" smtClean="0"/>
              <a:t>l_cuneiform</a:t>
            </a:r>
            <a:r>
              <a:rPr lang="en-US" altLang="ko-KR" sz="800" dirty="0" smtClean="0"/>
              <a:t>_[1,2,3] / </a:t>
            </a:r>
            <a:r>
              <a:rPr lang="en-US" altLang="ko-KR" sz="800" dirty="0" err="1" smtClean="0"/>
              <a:t>l_cuboid</a:t>
            </a:r>
            <a:endParaRPr lang="en-US" altLang="ko-KR" sz="800" dirty="0"/>
          </a:p>
        </p:txBody>
      </p:sp>
      <p:sp>
        <p:nvSpPr>
          <p:cNvPr id="399" name="TextBox 398"/>
          <p:cNvSpPr txBox="1"/>
          <p:nvPr/>
        </p:nvSpPr>
        <p:spPr>
          <a:xfrm>
            <a:off x="7034360" y="6025364"/>
            <a:ext cx="1247457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err="1" smtClean="0"/>
              <a:t>l_metatarsal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400" name="TextBox 399"/>
          <p:cNvSpPr txBox="1"/>
          <p:nvPr/>
        </p:nvSpPr>
        <p:spPr>
          <a:xfrm>
            <a:off x="6987378" y="6201461"/>
            <a:ext cx="1826141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l_tarsal_proximal_phalanx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402" name="TextBox 401"/>
          <p:cNvSpPr txBox="1"/>
          <p:nvPr/>
        </p:nvSpPr>
        <p:spPr>
          <a:xfrm>
            <a:off x="6911808" y="6396608"/>
            <a:ext cx="171072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l_tarsal_middle_phalanx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403" name="TextBox 402"/>
          <p:cNvSpPr txBox="1"/>
          <p:nvPr/>
        </p:nvSpPr>
        <p:spPr>
          <a:xfrm>
            <a:off x="6873708" y="6591756"/>
            <a:ext cx="1593706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l_tarsal_distal_phalanx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404" name="타원 403"/>
          <p:cNvSpPr/>
          <p:nvPr/>
        </p:nvSpPr>
        <p:spPr>
          <a:xfrm>
            <a:off x="6287289" y="63505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05" name="직선 연결선 404"/>
          <p:cNvCxnSpPr>
            <a:stCxn id="404" idx="3"/>
          </p:cNvCxnSpPr>
          <p:nvPr/>
        </p:nvCxnSpPr>
        <p:spPr>
          <a:xfrm flipH="1">
            <a:off x="6092474" y="6396691"/>
            <a:ext cx="202723" cy="15772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>
            <a:stCxn id="416" idx="7"/>
            <a:endCxn id="432" idx="1"/>
          </p:cNvCxnSpPr>
          <p:nvPr/>
        </p:nvCxnSpPr>
        <p:spPr>
          <a:xfrm flipH="1" flipV="1">
            <a:off x="5346460" y="5504436"/>
            <a:ext cx="484728" cy="414334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타원 415"/>
          <p:cNvSpPr/>
          <p:nvPr/>
        </p:nvSpPr>
        <p:spPr>
          <a:xfrm flipH="1">
            <a:off x="5823280" y="591086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17" name="타원 416"/>
          <p:cNvSpPr/>
          <p:nvPr/>
        </p:nvSpPr>
        <p:spPr>
          <a:xfrm flipH="1">
            <a:off x="5799468" y="598468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18" name="타원 417"/>
          <p:cNvSpPr/>
          <p:nvPr/>
        </p:nvSpPr>
        <p:spPr>
          <a:xfrm flipH="1">
            <a:off x="5780418" y="6068026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19" name="타원 418"/>
          <p:cNvSpPr/>
          <p:nvPr/>
        </p:nvSpPr>
        <p:spPr>
          <a:xfrm flipH="1">
            <a:off x="5763749" y="61823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0" name="직선 연결선 419"/>
          <p:cNvCxnSpPr>
            <a:stCxn id="417" idx="6"/>
            <a:endCxn id="433" idx="1"/>
          </p:cNvCxnSpPr>
          <p:nvPr/>
        </p:nvCxnSpPr>
        <p:spPr>
          <a:xfrm flipH="1" flipV="1">
            <a:off x="5277610" y="5733036"/>
            <a:ext cx="521858" cy="278645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연결선 420"/>
          <p:cNvCxnSpPr>
            <a:stCxn id="418" idx="6"/>
          </p:cNvCxnSpPr>
          <p:nvPr/>
        </p:nvCxnSpPr>
        <p:spPr>
          <a:xfrm flipH="1" flipV="1">
            <a:off x="5300218" y="5957173"/>
            <a:ext cx="480200" cy="13785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직선 연결선 421"/>
          <p:cNvCxnSpPr>
            <a:stCxn id="419" idx="6"/>
            <a:endCxn id="435" idx="1"/>
          </p:cNvCxnSpPr>
          <p:nvPr/>
        </p:nvCxnSpPr>
        <p:spPr>
          <a:xfrm flipH="1" flipV="1">
            <a:off x="5128394" y="6133086"/>
            <a:ext cx="635355" cy="7623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타원 422"/>
          <p:cNvSpPr/>
          <p:nvPr/>
        </p:nvSpPr>
        <p:spPr>
          <a:xfrm flipH="1">
            <a:off x="5735174" y="625852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4" name="직선 연결선 423"/>
          <p:cNvCxnSpPr>
            <a:stCxn id="423" idx="6"/>
            <a:endCxn id="436" idx="1"/>
          </p:cNvCxnSpPr>
          <p:nvPr/>
        </p:nvCxnSpPr>
        <p:spPr>
          <a:xfrm flipH="1">
            <a:off x="5312435" y="6285525"/>
            <a:ext cx="422739" cy="236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타원 424"/>
          <p:cNvSpPr/>
          <p:nvPr/>
        </p:nvSpPr>
        <p:spPr>
          <a:xfrm flipH="1">
            <a:off x="5720886" y="631091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6" name="직선 연결선 425"/>
          <p:cNvCxnSpPr>
            <a:stCxn id="425" idx="6"/>
            <a:endCxn id="437" idx="1"/>
          </p:cNvCxnSpPr>
          <p:nvPr/>
        </p:nvCxnSpPr>
        <p:spPr>
          <a:xfrm flipH="1">
            <a:off x="5293429" y="6337912"/>
            <a:ext cx="427457" cy="16641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타원 426"/>
          <p:cNvSpPr/>
          <p:nvPr/>
        </p:nvSpPr>
        <p:spPr>
          <a:xfrm flipH="1">
            <a:off x="5711361" y="63632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28" name="직선 연결선 427"/>
          <p:cNvCxnSpPr>
            <a:stCxn id="427" idx="6"/>
            <a:endCxn id="438" idx="1"/>
          </p:cNvCxnSpPr>
          <p:nvPr/>
        </p:nvCxnSpPr>
        <p:spPr>
          <a:xfrm flipH="1">
            <a:off x="5330246" y="6390299"/>
            <a:ext cx="381115" cy="3091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>
            <a:stCxn id="430" idx="7"/>
            <a:endCxn id="431" idx="1"/>
          </p:cNvCxnSpPr>
          <p:nvPr/>
        </p:nvCxnSpPr>
        <p:spPr>
          <a:xfrm flipH="1" flipV="1">
            <a:off x="5565947" y="5222161"/>
            <a:ext cx="261307" cy="59520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" name="타원 429"/>
          <p:cNvSpPr/>
          <p:nvPr/>
        </p:nvSpPr>
        <p:spPr>
          <a:xfrm flipH="1">
            <a:off x="5811438" y="5801554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31" name="TextBox 430"/>
          <p:cNvSpPr txBox="1"/>
          <p:nvPr/>
        </p:nvSpPr>
        <p:spPr>
          <a:xfrm flipH="1">
            <a:off x="5007782" y="5099050"/>
            <a:ext cx="55816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 err="1" smtClean="0"/>
              <a:t>r_talus</a:t>
            </a:r>
            <a:endParaRPr lang="en-US" altLang="ko-KR" sz="1000" dirty="0" smtClean="0"/>
          </a:p>
        </p:txBody>
      </p:sp>
      <p:sp>
        <p:nvSpPr>
          <p:cNvPr id="432" name="TextBox 431"/>
          <p:cNvSpPr txBox="1"/>
          <p:nvPr/>
        </p:nvSpPr>
        <p:spPr>
          <a:xfrm flipH="1">
            <a:off x="4636009" y="5396714"/>
            <a:ext cx="710451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r_calcaneus</a:t>
            </a:r>
            <a:endParaRPr lang="en-US" altLang="ko-KR" sz="800" dirty="0" smtClean="0"/>
          </a:p>
        </p:txBody>
      </p:sp>
      <p:sp>
        <p:nvSpPr>
          <p:cNvPr id="433" name="TextBox 432"/>
          <p:cNvSpPr txBox="1"/>
          <p:nvPr/>
        </p:nvSpPr>
        <p:spPr>
          <a:xfrm flipH="1">
            <a:off x="4602425" y="5625314"/>
            <a:ext cx="67518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r_navicular</a:t>
            </a:r>
            <a:endParaRPr lang="en-US" altLang="ko-KR" sz="800" dirty="0" smtClean="0"/>
          </a:p>
        </p:txBody>
      </p:sp>
      <p:sp>
        <p:nvSpPr>
          <p:cNvPr id="434" name="TextBox 433"/>
          <p:cNvSpPr txBox="1"/>
          <p:nvPr/>
        </p:nvSpPr>
        <p:spPr>
          <a:xfrm flipH="1">
            <a:off x="3751464" y="5828514"/>
            <a:ext cx="156324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r_cuneiform</a:t>
            </a:r>
            <a:r>
              <a:rPr lang="en-US" altLang="ko-KR" sz="800" dirty="0" smtClean="0"/>
              <a:t>_[1,2,3] / </a:t>
            </a:r>
            <a:r>
              <a:rPr lang="en-US" altLang="ko-KR" sz="800" dirty="0" err="1" smtClean="0"/>
              <a:t>r_cuboid</a:t>
            </a:r>
            <a:endParaRPr lang="en-US" altLang="ko-KR" sz="800" dirty="0" smtClean="0"/>
          </a:p>
        </p:txBody>
      </p:sp>
      <p:sp>
        <p:nvSpPr>
          <p:cNvPr id="435" name="TextBox 434"/>
          <p:cNvSpPr txBox="1"/>
          <p:nvPr/>
        </p:nvSpPr>
        <p:spPr>
          <a:xfrm flipH="1">
            <a:off x="3916204" y="6025364"/>
            <a:ext cx="1212190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err="1" smtClean="0"/>
              <a:t>r_metatarsal</a:t>
            </a:r>
            <a:r>
              <a:rPr lang="en-US" altLang="ko-KR" sz="800" dirty="0" smtClean="0"/>
              <a:t>_[1,2,3,4,5]</a:t>
            </a:r>
            <a:endParaRPr lang="ko-KR" altLang="en-US" sz="800" dirty="0" smtClean="0"/>
          </a:p>
        </p:txBody>
      </p:sp>
      <p:sp>
        <p:nvSpPr>
          <p:cNvPr id="436" name="TextBox 435"/>
          <p:cNvSpPr txBox="1"/>
          <p:nvPr/>
        </p:nvSpPr>
        <p:spPr>
          <a:xfrm flipH="1">
            <a:off x="3486294" y="6201461"/>
            <a:ext cx="1826141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r_tarsal_proximal_phalanx</a:t>
            </a:r>
            <a:r>
              <a:rPr lang="en-US" altLang="ko-KR" sz="800" dirty="0" smtClean="0"/>
              <a:t>_[1,2,3,4,5]</a:t>
            </a:r>
            <a:endParaRPr lang="ko-KR" altLang="en-US" sz="800" dirty="0" smtClean="0"/>
          </a:p>
        </p:txBody>
      </p:sp>
      <p:sp>
        <p:nvSpPr>
          <p:cNvPr id="437" name="TextBox 436"/>
          <p:cNvSpPr txBox="1"/>
          <p:nvPr/>
        </p:nvSpPr>
        <p:spPr>
          <a:xfrm flipH="1">
            <a:off x="3614764" y="6396608"/>
            <a:ext cx="167866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r_tarsal_middle_phalanx</a:t>
            </a:r>
            <a:r>
              <a:rPr lang="en-US" altLang="ko-KR" sz="800" dirty="0" smtClean="0"/>
              <a:t>_[2,3,4,5]</a:t>
            </a:r>
            <a:endParaRPr lang="ko-KR" altLang="en-US" sz="800" dirty="0" smtClean="0"/>
          </a:p>
        </p:txBody>
      </p:sp>
      <p:sp>
        <p:nvSpPr>
          <p:cNvPr id="438" name="TextBox 437"/>
          <p:cNvSpPr txBox="1"/>
          <p:nvPr/>
        </p:nvSpPr>
        <p:spPr>
          <a:xfrm flipH="1">
            <a:off x="3736541" y="6591756"/>
            <a:ext cx="1593705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r_tarsal_distal_phalanx</a:t>
            </a:r>
            <a:r>
              <a:rPr lang="en-US" altLang="ko-KR" sz="800" dirty="0" smtClean="0"/>
              <a:t>_[2,3,4,5]</a:t>
            </a:r>
            <a:endParaRPr lang="ko-KR" altLang="en-US" sz="800" dirty="0" smtClean="0"/>
          </a:p>
        </p:txBody>
      </p:sp>
      <p:sp>
        <p:nvSpPr>
          <p:cNvPr id="439" name="타원 438"/>
          <p:cNvSpPr/>
          <p:nvPr/>
        </p:nvSpPr>
        <p:spPr>
          <a:xfrm flipH="1">
            <a:off x="5844711" y="635059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40" name="직선 연결선 439"/>
          <p:cNvCxnSpPr>
            <a:stCxn id="439" idx="3"/>
            <a:endCxn id="401" idx="0"/>
          </p:cNvCxnSpPr>
          <p:nvPr/>
        </p:nvCxnSpPr>
        <p:spPr>
          <a:xfrm>
            <a:off x="5890803" y="6396691"/>
            <a:ext cx="205197" cy="162737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>
            <a:off x="4274820" y="4462464"/>
            <a:ext cx="15621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r_carpal_distal_phalanx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276" name="타원 275"/>
          <p:cNvSpPr/>
          <p:nvPr/>
        </p:nvSpPr>
        <p:spPr>
          <a:xfrm flipH="1">
            <a:off x="5391130" y="364438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8" name="타원 277"/>
          <p:cNvSpPr/>
          <p:nvPr/>
        </p:nvSpPr>
        <p:spPr>
          <a:xfrm flipH="1">
            <a:off x="5293499" y="369915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9" name="타원 278"/>
          <p:cNvSpPr/>
          <p:nvPr/>
        </p:nvSpPr>
        <p:spPr>
          <a:xfrm flipH="1">
            <a:off x="5438755" y="373963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0" name="타원 279"/>
          <p:cNvSpPr/>
          <p:nvPr/>
        </p:nvSpPr>
        <p:spPr>
          <a:xfrm flipH="1">
            <a:off x="5476855" y="384203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1" name="타원 280"/>
          <p:cNvSpPr/>
          <p:nvPr/>
        </p:nvSpPr>
        <p:spPr>
          <a:xfrm flipH="1">
            <a:off x="5303025" y="383488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2" name="타원 281"/>
          <p:cNvSpPr/>
          <p:nvPr/>
        </p:nvSpPr>
        <p:spPr>
          <a:xfrm flipH="1">
            <a:off x="5353032" y="394204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3" name="타원 282"/>
          <p:cNvSpPr/>
          <p:nvPr/>
        </p:nvSpPr>
        <p:spPr>
          <a:xfrm flipH="1">
            <a:off x="5443519" y="399443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84" name="직선 연결선 283"/>
          <p:cNvCxnSpPr>
            <a:endCxn id="278" idx="5"/>
          </p:cNvCxnSpPr>
          <p:nvPr/>
        </p:nvCxnSpPr>
        <p:spPr>
          <a:xfrm flipH="1">
            <a:off x="5301407" y="3679338"/>
            <a:ext cx="109579" cy="659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>
            <a:endCxn id="281" idx="5"/>
          </p:cNvCxnSpPr>
          <p:nvPr/>
        </p:nvCxnSpPr>
        <p:spPr>
          <a:xfrm flipH="1">
            <a:off x="5310933" y="3774588"/>
            <a:ext cx="150059" cy="10639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>
            <a:endCxn id="347" idx="1"/>
          </p:cNvCxnSpPr>
          <p:nvPr/>
        </p:nvCxnSpPr>
        <p:spPr>
          <a:xfrm flipH="1">
            <a:off x="4991649" y="3726156"/>
            <a:ext cx="356754" cy="115686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281" idx="2"/>
            <a:endCxn id="359" idx="1"/>
          </p:cNvCxnSpPr>
          <p:nvPr/>
        </p:nvCxnSpPr>
        <p:spPr>
          <a:xfrm flipH="1">
            <a:off x="4995951" y="3861889"/>
            <a:ext cx="361074" cy="1525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>
            <a:stCxn id="282" idx="6"/>
            <a:endCxn id="374" idx="1"/>
          </p:cNvCxnSpPr>
          <p:nvPr/>
        </p:nvCxnSpPr>
        <p:spPr>
          <a:xfrm flipH="1">
            <a:off x="4976901" y="3969045"/>
            <a:ext cx="376131" cy="217912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/>
          <p:cNvCxnSpPr/>
          <p:nvPr/>
        </p:nvCxnSpPr>
        <p:spPr>
          <a:xfrm flipH="1">
            <a:off x="5195570" y="4009528"/>
            <a:ext cx="274143" cy="2291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>
            <a:endCxn id="272" idx="3"/>
          </p:cNvCxnSpPr>
          <p:nvPr/>
        </p:nvCxnSpPr>
        <p:spPr>
          <a:xfrm rot="16200000" flipH="1">
            <a:off x="5315089" y="4048354"/>
            <a:ext cx="710639" cy="333024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타원 299"/>
          <p:cNvSpPr/>
          <p:nvPr/>
        </p:nvSpPr>
        <p:spPr>
          <a:xfrm>
            <a:off x="6725915" y="365200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1" name="타원 300"/>
          <p:cNvSpPr/>
          <p:nvPr/>
        </p:nvSpPr>
        <p:spPr>
          <a:xfrm>
            <a:off x="6823546" y="370677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4" name="타원 303"/>
          <p:cNvSpPr/>
          <p:nvPr/>
        </p:nvSpPr>
        <p:spPr>
          <a:xfrm>
            <a:off x="6678290" y="374725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5" name="타원 304"/>
          <p:cNvSpPr/>
          <p:nvPr/>
        </p:nvSpPr>
        <p:spPr>
          <a:xfrm>
            <a:off x="6640190" y="3849651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0" name="타원 309"/>
          <p:cNvSpPr/>
          <p:nvPr/>
        </p:nvSpPr>
        <p:spPr>
          <a:xfrm>
            <a:off x="6814020" y="384250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1" name="타원 310"/>
          <p:cNvSpPr/>
          <p:nvPr/>
        </p:nvSpPr>
        <p:spPr>
          <a:xfrm>
            <a:off x="6764013" y="394966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6673526" y="4002052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13" name="직선 연결선 312"/>
          <p:cNvCxnSpPr>
            <a:endCxn id="301" idx="5"/>
          </p:cNvCxnSpPr>
          <p:nvPr/>
        </p:nvCxnSpPr>
        <p:spPr>
          <a:xfrm>
            <a:off x="6760059" y="3686958"/>
            <a:ext cx="109579" cy="6591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연결선 313"/>
          <p:cNvCxnSpPr>
            <a:endCxn id="310" idx="5"/>
          </p:cNvCxnSpPr>
          <p:nvPr/>
        </p:nvCxnSpPr>
        <p:spPr>
          <a:xfrm>
            <a:off x="6710053" y="3782208"/>
            <a:ext cx="150059" cy="10639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/>
          <p:cNvCxnSpPr>
            <a:endCxn id="256" idx="1"/>
          </p:cNvCxnSpPr>
          <p:nvPr/>
        </p:nvCxnSpPr>
        <p:spPr>
          <a:xfrm>
            <a:off x="6848971" y="3733777"/>
            <a:ext cx="390346" cy="101717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>
            <a:stCxn id="310" idx="5"/>
            <a:endCxn id="257" idx="1"/>
          </p:cNvCxnSpPr>
          <p:nvPr/>
        </p:nvCxnSpPr>
        <p:spPr>
          <a:xfrm>
            <a:off x="6860112" y="3888601"/>
            <a:ext cx="379204" cy="119451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/>
          <p:cNvCxnSpPr>
            <a:endCxn id="315" idx="1"/>
          </p:cNvCxnSpPr>
          <p:nvPr/>
        </p:nvCxnSpPr>
        <p:spPr>
          <a:xfrm>
            <a:off x="6778643" y="3970474"/>
            <a:ext cx="460674" cy="210135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/>
          <p:cNvCxnSpPr/>
          <p:nvPr/>
        </p:nvCxnSpPr>
        <p:spPr>
          <a:xfrm>
            <a:off x="6701332" y="4017148"/>
            <a:ext cx="274143" cy="229188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>
            <a:stCxn id="305" idx="3"/>
            <a:endCxn id="264" idx="1"/>
          </p:cNvCxnSpPr>
          <p:nvPr/>
        </p:nvCxnSpPr>
        <p:spPr>
          <a:xfrm flipH="1">
            <a:off x="6339840" y="3895743"/>
            <a:ext cx="308258" cy="674443"/>
          </a:xfrm>
          <a:prstGeom prst="line">
            <a:avLst/>
          </a:prstGeom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6339840" y="4462464"/>
            <a:ext cx="15621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l_carpal_distal_phalanx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321" name="타원 320"/>
          <p:cNvSpPr/>
          <p:nvPr/>
        </p:nvSpPr>
        <p:spPr>
          <a:xfrm>
            <a:off x="6052022" y="302975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22" name="직선 연결선 321"/>
          <p:cNvCxnSpPr>
            <a:stCxn id="321" idx="6"/>
            <a:endCxn id="295" idx="1"/>
          </p:cNvCxnSpPr>
          <p:nvPr/>
        </p:nvCxnSpPr>
        <p:spPr>
          <a:xfrm flipV="1">
            <a:off x="6160022" y="2992612"/>
            <a:ext cx="717404" cy="9114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타원 325"/>
          <p:cNvSpPr/>
          <p:nvPr/>
        </p:nvSpPr>
        <p:spPr>
          <a:xfrm>
            <a:off x="6052022" y="3137703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33" name="직선 연결선 332"/>
          <p:cNvCxnSpPr/>
          <p:nvPr/>
        </p:nvCxnSpPr>
        <p:spPr>
          <a:xfrm rot="5400000">
            <a:off x="5883275" y="3420447"/>
            <a:ext cx="463550" cy="158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5815688" y="3664922"/>
            <a:ext cx="599844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/>
              <a:t>sacrum</a:t>
            </a:r>
            <a:endParaRPr lang="ko-KR" altLang="en-US" sz="1000" dirty="0"/>
          </a:p>
        </p:txBody>
      </p:sp>
      <p:sp>
        <p:nvSpPr>
          <p:cNvPr id="307" name="타원 306"/>
          <p:cNvSpPr/>
          <p:nvPr/>
        </p:nvSpPr>
        <p:spPr>
          <a:xfrm>
            <a:off x="5728519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8" name="타원 307"/>
          <p:cNvSpPr/>
          <p:nvPr/>
        </p:nvSpPr>
        <p:spPr>
          <a:xfrm>
            <a:off x="6352668" y="3200091"/>
            <a:ext cx="108000" cy="108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9" name="TextBox 308"/>
          <p:cNvSpPr txBox="1"/>
          <p:nvPr/>
        </p:nvSpPr>
        <p:spPr>
          <a:xfrm flipH="1">
            <a:off x="4370062" y="3130981"/>
            <a:ext cx="585417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r_thigh</a:t>
            </a:r>
            <a:endParaRPr lang="ko-KR" altLang="en-US" sz="1000" dirty="0"/>
          </a:p>
        </p:txBody>
      </p:sp>
      <p:cxnSp>
        <p:nvCxnSpPr>
          <p:cNvPr id="318" name="직선 연결선 317"/>
          <p:cNvCxnSpPr/>
          <p:nvPr/>
        </p:nvCxnSpPr>
        <p:spPr>
          <a:xfrm flipV="1">
            <a:off x="4896167" y="3254091"/>
            <a:ext cx="832352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7233073" y="3130981"/>
            <a:ext cx="572593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 smtClean="0"/>
              <a:t>l_thigh</a:t>
            </a:r>
            <a:endParaRPr lang="ko-KR" altLang="en-US" sz="1000" dirty="0"/>
          </a:p>
        </p:txBody>
      </p:sp>
      <p:cxnSp>
        <p:nvCxnSpPr>
          <p:cNvPr id="320" name="직선 연결선 319"/>
          <p:cNvCxnSpPr>
            <a:stCxn id="308" idx="6"/>
            <a:endCxn id="319" idx="1"/>
          </p:cNvCxnSpPr>
          <p:nvPr/>
        </p:nvCxnSpPr>
        <p:spPr>
          <a:xfrm>
            <a:off x="6460668" y="3254091"/>
            <a:ext cx="772405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/>
          <p:cNvSpPr/>
          <p:nvPr/>
        </p:nvSpPr>
        <p:spPr>
          <a:xfrm>
            <a:off x="6072127" y="780751"/>
            <a:ext cx="67790" cy="6779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56" name="직선 연결선 155"/>
          <p:cNvCxnSpPr>
            <a:stCxn id="5" idx="6"/>
            <a:endCxn id="157" idx="1"/>
          </p:cNvCxnSpPr>
          <p:nvPr/>
        </p:nvCxnSpPr>
        <p:spPr>
          <a:xfrm flipV="1">
            <a:off x="6139917" y="727154"/>
            <a:ext cx="560127" cy="8749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6700044" y="604043"/>
            <a:ext cx="44275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skull</a:t>
            </a:r>
            <a:endParaRPr lang="ko-KR" altLang="en-US" sz="1000" dirty="0"/>
          </a:p>
        </p:txBody>
      </p:sp>
      <p:cxnSp>
        <p:nvCxnSpPr>
          <p:cNvPr id="246" name="직선 연결선 245"/>
          <p:cNvCxnSpPr>
            <a:stCxn id="296" idx="1"/>
          </p:cNvCxnSpPr>
          <p:nvPr/>
        </p:nvCxnSpPr>
        <p:spPr>
          <a:xfrm flipH="1" flipV="1">
            <a:off x="6109816" y="1470506"/>
            <a:ext cx="504663" cy="15534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>
            <a:stCxn id="226" idx="1"/>
            <a:endCxn id="229" idx="3"/>
          </p:cNvCxnSpPr>
          <p:nvPr/>
        </p:nvCxnSpPr>
        <p:spPr>
          <a:xfrm flipH="1" flipV="1">
            <a:off x="5914401" y="912584"/>
            <a:ext cx="178893" cy="26660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타원 225"/>
          <p:cNvSpPr/>
          <p:nvPr/>
        </p:nvSpPr>
        <p:spPr>
          <a:xfrm>
            <a:off x="6088022" y="1173918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7" name="타원 226"/>
          <p:cNvSpPr/>
          <p:nvPr/>
        </p:nvSpPr>
        <p:spPr>
          <a:xfrm>
            <a:off x="6088022" y="122789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8" name="타원 227"/>
          <p:cNvSpPr/>
          <p:nvPr/>
        </p:nvSpPr>
        <p:spPr>
          <a:xfrm>
            <a:off x="6088022" y="1290599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625539" y="804862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c5</a:t>
            </a:r>
            <a:endParaRPr lang="ko-KR" altLang="en-US" sz="800" dirty="0"/>
          </a:p>
        </p:txBody>
      </p:sp>
      <p:sp>
        <p:nvSpPr>
          <p:cNvPr id="230" name="TextBox 229"/>
          <p:cNvSpPr txBox="1"/>
          <p:nvPr/>
        </p:nvSpPr>
        <p:spPr>
          <a:xfrm>
            <a:off x="5625539" y="939403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c6</a:t>
            </a:r>
            <a:endParaRPr lang="ko-KR" altLang="en-US" sz="800" dirty="0"/>
          </a:p>
        </p:txBody>
      </p:sp>
      <p:sp>
        <p:nvSpPr>
          <p:cNvPr id="234" name="TextBox 233"/>
          <p:cNvSpPr txBox="1"/>
          <p:nvPr/>
        </p:nvSpPr>
        <p:spPr>
          <a:xfrm>
            <a:off x="5625539" y="1073944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c7</a:t>
            </a:r>
            <a:endParaRPr lang="ko-KR" altLang="en-US" sz="800" dirty="0"/>
          </a:p>
        </p:txBody>
      </p:sp>
      <p:cxnSp>
        <p:nvCxnSpPr>
          <p:cNvPr id="236" name="직선 연결선 235"/>
          <p:cNvCxnSpPr>
            <a:stCxn id="227" idx="1"/>
            <a:endCxn id="230" idx="3"/>
          </p:cNvCxnSpPr>
          <p:nvPr/>
        </p:nvCxnSpPr>
        <p:spPr>
          <a:xfrm flipH="1" flipV="1">
            <a:off x="5914401" y="1047125"/>
            <a:ext cx="178893" cy="186040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/>
          <p:cNvCxnSpPr>
            <a:stCxn id="228" idx="1"/>
            <a:endCxn id="234" idx="3"/>
          </p:cNvCxnSpPr>
          <p:nvPr/>
        </p:nvCxnSpPr>
        <p:spPr>
          <a:xfrm flipH="1" flipV="1">
            <a:off x="5914401" y="1181666"/>
            <a:ext cx="178893" cy="114205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/>
          <p:cNvSpPr/>
          <p:nvPr/>
        </p:nvSpPr>
        <p:spPr>
          <a:xfrm>
            <a:off x="6088022" y="1088986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6088022" y="93103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532795" y="1013089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c3</a:t>
            </a:r>
            <a:endParaRPr lang="ko-KR" altLang="en-US" sz="800" dirty="0"/>
          </a:p>
        </p:txBody>
      </p:sp>
      <p:sp>
        <p:nvSpPr>
          <p:cNvPr id="192" name="타원 191"/>
          <p:cNvSpPr/>
          <p:nvPr/>
        </p:nvSpPr>
        <p:spPr>
          <a:xfrm>
            <a:off x="6088022" y="865942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93" name="타원 192"/>
          <p:cNvSpPr/>
          <p:nvPr/>
        </p:nvSpPr>
        <p:spPr>
          <a:xfrm>
            <a:off x="6088022" y="999292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532796" y="1138237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c4</a:t>
            </a:r>
            <a:endParaRPr lang="ko-KR" altLang="en-US" sz="8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532795" y="898132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c2</a:t>
            </a:r>
            <a:endParaRPr lang="ko-KR" altLang="en-US" sz="800" dirty="0"/>
          </a:p>
        </p:txBody>
      </p:sp>
      <p:sp>
        <p:nvSpPr>
          <p:cNvPr id="195" name="TextBox 194"/>
          <p:cNvSpPr txBox="1"/>
          <p:nvPr/>
        </p:nvSpPr>
        <p:spPr>
          <a:xfrm>
            <a:off x="6535176" y="779463"/>
            <a:ext cx="28886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c1</a:t>
            </a:r>
            <a:endParaRPr lang="ko-KR" altLang="en-US" sz="800" dirty="0"/>
          </a:p>
        </p:txBody>
      </p:sp>
      <p:cxnSp>
        <p:nvCxnSpPr>
          <p:cNvPr id="196" name="직선 연결선 195"/>
          <p:cNvCxnSpPr>
            <a:stCxn id="192" idx="6"/>
            <a:endCxn id="195" idx="1"/>
          </p:cNvCxnSpPr>
          <p:nvPr/>
        </p:nvCxnSpPr>
        <p:spPr>
          <a:xfrm>
            <a:off x="6124022" y="883942"/>
            <a:ext cx="411154" cy="324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/>
          <p:cNvCxnSpPr>
            <a:stCxn id="58" idx="6"/>
            <a:endCxn id="194" idx="1"/>
          </p:cNvCxnSpPr>
          <p:nvPr/>
        </p:nvCxnSpPr>
        <p:spPr>
          <a:xfrm>
            <a:off x="6124022" y="949030"/>
            <a:ext cx="408773" cy="56824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>
            <a:stCxn id="57" idx="6"/>
            <a:endCxn id="92" idx="1"/>
          </p:cNvCxnSpPr>
          <p:nvPr/>
        </p:nvCxnSpPr>
        <p:spPr>
          <a:xfrm>
            <a:off x="6124022" y="1106986"/>
            <a:ext cx="408774" cy="13897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/>
          <p:cNvCxnSpPr>
            <a:stCxn id="193" idx="6"/>
            <a:endCxn id="86" idx="1"/>
          </p:cNvCxnSpPr>
          <p:nvPr/>
        </p:nvCxnSpPr>
        <p:spPr>
          <a:xfrm>
            <a:off x="6124022" y="1017292"/>
            <a:ext cx="408773" cy="10351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6088022" y="1335843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48" name="타원 247"/>
          <p:cNvSpPr/>
          <p:nvPr/>
        </p:nvSpPr>
        <p:spPr>
          <a:xfrm>
            <a:off x="6088022" y="1459351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6079022" y="2335178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2" name="직선 연결선 131"/>
          <p:cNvCxnSpPr>
            <a:stCxn id="62" idx="6"/>
            <a:endCxn id="133" idx="1"/>
          </p:cNvCxnSpPr>
          <p:nvPr/>
        </p:nvCxnSpPr>
        <p:spPr>
          <a:xfrm>
            <a:off x="6133022" y="2362178"/>
            <a:ext cx="194753" cy="9455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6327775" y="2333625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l1</a:t>
            </a:r>
            <a:endParaRPr lang="ko-KR" altLang="en-US" sz="1000" dirty="0"/>
          </a:p>
        </p:txBody>
      </p:sp>
      <p:sp>
        <p:nvSpPr>
          <p:cNvPr id="345" name="TextBox 344"/>
          <p:cNvSpPr txBox="1"/>
          <p:nvPr/>
        </p:nvSpPr>
        <p:spPr>
          <a:xfrm>
            <a:off x="6573997" y="2027714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t9</a:t>
            </a:r>
            <a:endParaRPr lang="ko-KR" altLang="en-US" sz="800" dirty="0"/>
          </a:p>
        </p:txBody>
      </p:sp>
      <p:sp>
        <p:nvSpPr>
          <p:cNvPr id="60" name="타원 59"/>
          <p:cNvSpPr/>
          <p:nvPr/>
        </p:nvSpPr>
        <p:spPr>
          <a:xfrm>
            <a:off x="6088022" y="1662075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6088022" y="2004976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18" name="직선 연결선 117"/>
          <p:cNvCxnSpPr>
            <a:stCxn id="60" idx="6"/>
            <a:endCxn id="119" idx="3"/>
          </p:cNvCxnSpPr>
          <p:nvPr/>
        </p:nvCxnSpPr>
        <p:spPr>
          <a:xfrm flipH="1">
            <a:off x="5634688" y="1680075"/>
            <a:ext cx="489334" cy="10008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272088" y="1672436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t6</a:t>
            </a:r>
            <a:endParaRPr lang="ko-KR" altLang="en-US" sz="800" dirty="0"/>
          </a:p>
        </p:txBody>
      </p:sp>
      <p:cxnSp>
        <p:nvCxnSpPr>
          <p:cNvPr id="124" name="직선 연결선 123"/>
          <p:cNvCxnSpPr>
            <a:endCxn id="125" idx="3"/>
          </p:cNvCxnSpPr>
          <p:nvPr/>
        </p:nvCxnSpPr>
        <p:spPr>
          <a:xfrm rot="10800000" flipV="1">
            <a:off x="5633894" y="2022975"/>
            <a:ext cx="456230" cy="8579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5176044" y="2001045"/>
            <a:ext cx="4578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t10</a:t>
            </a:r>
            <a:endParaRPr lang="ko-KR" altLang="en-US" sz="800" dirty="0"/>
          </a:p>
        </p:txBody>
      </p:sp>
      <p:sp>
        <p:nvSpPr>
          <p:cNvPr id="249" name="타원 248"/>
          <p:cNvSpPr/>
          <p:nvPr/>
        </p:nvSpPr>
        <p:spPr>
          <a:xfrm>
            <a:off x="6088022" y="1525868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50" name="타원 249"/>
          <p:cNvSpPr/>
          <p:nvPr/>
        </p:nvSpPr>
        <p:spPr>
          <a:xfrm>
            <a:off x="6088022" y="1593972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52" name="직선 연결선 251"/>
          <p:cNvCxnSpPr>
            <a:endCxn id="302" idx="3"/>
          </p:cNvCxnSpPr>
          <p:nvPr/>
        </p:nvCxnSpPr>
        <p:spPr>
          <a:xfrm rot="10800000" flipV="1">
            <a:off x="5634688" y="1542262"/>
            <a:ext cx="463674" cy="8073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>
            <a:stCxn id="297" idx="1"/>
          </p:cNvCxnSpPr>
          <p:nvPr/>
        </p:nvCxnSpPr>
        <p:spPr>
          <a:xfrm flipH="1" flipV="1">
            <a:off x="6114580" y="1615762"/>
            <a:ext cx="499899" cy="16010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6614479" y="1518127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t3</a:t>
            </a:r>
            <a:endParaRPr lang="ko-KR" altLang="en-US" sz="800" dirty="0"/>
          </a:p>
        </p:txBody>
      </p:sp>
      <p:sp>
        <p:nvSpPr>
          <p:cNvPr id="297" name="TextBox 296"/>
          <p:cNvSpPr txBox="1"/>
          <p:nvPr/>
        </p:nvSpPr>
        <p:spPr>
          <a:xfrm>
            <a:off x="6614479" y="1668146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t5</a:t>
            </a:r>
            <a:endParaRPr lang="ko-KR" altLang="en-US" sz="800" dirty="0"/>
          </a:p>
        </p:txBody>
      </p:sp>
      <p:sp>
        <p:nvSpPr>
          <p:cNvPr id="302" name="TextBox 301"/>
          <p:cNvSpPr txBox="1"/>
          <p:nvPr/>
        </p:nvSpPr>
        <p:spPr>
          <a:xfrm>
            <a:off x="5272088" y="1515274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t4</a:t>
            </a:r>
            <a:endParaRPr lang="ko-KR" altLang="en-US" sz="800" dirty="0"/>
          </a:p>
        </p:txBody>
      </p:sp>
      <p:cxnSp>
        <p:nvCxnSpPr>
          <p:cNvPr id="338" name="직선 연결선 337"/>
          <p:cNvCxnSpPr/>
          <p:nvPr/>
        </p:nvCxnSpPr>
        <p:spPr>
          <a:xfrm rot="10800000">
            <a:off x="6103148" y="1770066"/>
            <a:ext cx="479819" cy="155345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타원 338"/>
          <p:cNvSpPr/>
          <p:nvPr/>
        </p:nvSpPr>
        <p:spPr>
          <a:xfrm>
            <a:off x="6088022" y="174780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40" name="타원 339"/>
          <p:cNvSpPr/>
          <p:nvPr/>
        </p:nvSpPr>
        <p:spPr>
          <a:xfrm>
            <a:off x="6088022" y="1833525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41" name="타원 340"/>
          <p:cNvSpPr/>
          <p:nvPr/>
        </p:nvSpPr>
        <p:spPr>
          <a:xfrm>
            <a:off x="6088022" y="191925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42" name="직선 연결선 341"/>
          <p:cNvCxnSpPr/>
          <p:nvPr/>
        </p:nvCxnSpPr>
        <p:spPr>
          <a:xfrm rot="10800000" flipV="1">
            <a:off x="5632307" y="1854205"/>
            <a:ext cx="463674" cy="80733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/>
          <p:cNvCxnSpPr/>
          <p:nvPr/>
        </p:nvCxnSpPr>
        <p:spPr>
          <a:xfrm rot="10800000">
            <a:off x="6105530" y="1936754"/>
            <a:ext cx="475055" cy="16010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6616860" y="1846739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t7</a:t>
            </a:r>
            <a:endParaRPr lang="ko-KR" altLang="en-US" sz="800" dirty="0"/>
          </a:p>
        </p:txBody>
      </p:sp>
      <p:sp>
        <p:nvSpPr>
          <p:cNvPr id="346" name="TextBox 345"/>
          <p:cNvSpPr txBox="1"/>
          <p:nvPr/>
        </p:nvSpPr>
        <p:spPr>
          <a:xfrm>
            <a:off x="5274469" y="1843886"/>
            <a:ext cx="3626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t8</a:t>
            </a:r>
            <a:endParaRPr lang="ko-KR" altLang="en-US" sz="800" dirty="0"/>
          </a:p>
        </p:txBody>
      </p:sp>
      <p:sp>
        <p:nvSpPr>
          <p:cNvPr id="352" name="타원 351"/>
          <p:cNvSpPr/>
          <p:nvPr/>
        </p:nvSpPr>
        <p:spPr>
          <a:xfrm>
            <a:off x="6088022" y="2205000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53" name="직선 연결선 352"/>
          <p:cNvCxnSpPr>
            <a:stCxn id="352" idx="2"/>
            <a:endCxn id="354" idx="3"/>
          </p:cNvCxnSpPr>
          <p:nvPr/>
        </p:nvCxnSpPr>
        <p:spPr>
          <a:xfrm flipH="1">
            <a:off x="5638656" y="2223000"/>
            <a:ext cx="449366" cy="73082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TextBox 353"/>
          <p:cNvSpPr txBox="1"/>
          <p:nvPr/>
        </p:nvSpPr>
        <p:spPr>
          <a:xfrm>
            <a:off x="5180806" y="2188360"/>
            <a:ext cx="45785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/>
              <a:t>t12</a:t>
            </a:r>
            <a:endParaRPr lang="ko-KR" altLang="en-US" sz="800" dirty="0"/>
          </a:p>
        </p:txBody>
      </p:sp>
      <p:sp>
        <p:nvSpPr>
          <p:cNvPr id="355" name="타원 354"/>
          <p:cNvSpPr/>
          <p:nvPr/>
        </p:nvSpPr>
        <p:spPr>
          <a:xfrm>
            <a:off x="6088022" y="2089114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56" name="직선 연결선 355"/>
          <p:cNvCxnSpPr>
            <a:stCxn id="357" idx="1"/>
            <a:endCxn id="355" idx="6"/>
          </p:cNvCxnSpPr>
          <p:nvPr/>
        </p:nvCxnSpPr>
        <p:spPr>
          <a:xfrm flipH="1" flipV="1">
            <a:off x="6124022" y="2107114"/>
            <a:ext cx="464263" cy="16087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6588285" y="2160271"/>
            <a:ext cx="332142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t11</a:t>
            </a:r>
            <a:endParaRPr lang="ko-KR" altLang="en-US" sz="800" dirty="0"/>
          </a:p>
        </p:txBody>
      </p:sp>
      <p:sp>
        <p:nvSpPr>
          <p:cNvPr id="360" name="타원 359"/>
          <p:cNvSpPr/>
          <p:nvPr/>
        </p:nvSpPr>
        <p:spPr>
          <a:xfrm>
            <a:off x="6079022" y="2461485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66" name="직선 연결선 365"/>
          <p:cNvCxnSpPr>
            <a:stCxn id="367" idx="3"/>
            <a:endCxn id="360" idx="2"/>
          </p:cNvCxnSpPr>
          <p:nvPr/>
        </p:nvCxnSpPr>
        <p:spPr>
          <a:xfrm flipV="1">
            <a:off x="5934725" y="2488485"/>
            <a:ext cx="144297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TextBox 366"/>
          <p:cNvSpPr txBox="1"/>
          <p:nvPr/>
        </p:nvSpPr>
        <p:spPr>
          <a:xfrm>
            <a:off x="5572125" y="2365375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l2</a:t>
            </a:r>
            <a:endParaRPr lang="ko-KR" altLang="en-US" sz="1000" dirty="0"/>
          </a:p>
        </p:txBody>
      </p:sp>
      <p:sp>
        <p:nvSpPr>
          <p:cNvPr id="63" name="타원 62"/>
          <p:cNvSpPr/>
          <p:nvPr/>
        </p:nvSpPr>
        <p:spPr>
          <a:xfrm>
            <a:off x="6079022" y="2609124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7" name="직선 연결선 136"/>
          <p:cNvCxnSpPr>
            <a:stCxn id="63" idx="6"/>
            <a:endCxn id="138" idx="1"/>
          </p:cNvCxnSpPr>
          <p:nvPr/>
        </p:nvCxnSpPr>
        <p:spPr>
          <a:xfrm>
            <a:off x="6133022" y="2636124"/>
            <a:ext cx="196341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329363" y="2513014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l3</a:t>
            </a:r>
            <a:endParaRPr lang="ko-KR" altLang="en-US" sz="1000" dirty="0"/>
          </a:p>
        </p:txBody>
      </p:sp>
      <p:sp>
        <p:nvSpPr>
          <p:cNvPr id="64" name="타원 63"/>
          <p:cNvSpPr/>
          <p:nvPr/>
        </p:nvSpPr>
        <p:spPr>
          <a:xfrm>
            <a:off x="6079022" y="2917889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9" name="직선 연결선 138"/>
          <p:cNvCxnSpPr>
            <a:endCxn id="140" idx="3"/>
          </p:cNvCxnSpPr>
          <p:nvPr/>
        </p:nvCxnSpPr>
        <p:spPr>
          <a:xfrm rot="10800000" flipV="1">
            <a:off x="5156851" y="2944480"/>
            <a:ext cx="919579" cy="409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699000" y="2821779"/>
            <a:ext cx="45785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l5</a:t>
            </a:r>
            <a:endParaRPr lang="ko-KR" altLang="en-US" sz="1000" dirty="0"/>
          </a:p>
        </p:txBody>
      </p:sp>
      <p:sp>
        <p:nvSpPr>
          <p:cNvPr id="361" name="타원 360"/>
          <p:cNvSpPr/>
          <p:nvPr/>
        </p:nvSpPr>
        <p:spPr>
          <a:xfrm>
            <a:off x="6079022" y="2777397"/>
            <a:ext cx="54000" cy="54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69" name="직선 연결선 368"/>
          <p:cNvCxnSpPr>
            <a:stCxn id="370" idx="3"/>
            <a:endCxn id="361" idx="2"/>
          </p:cNvCxnSpPr>
          <p:nvPr/>
        </p:nvCxnSpPr>
        <p:spPr>
          <a:xfrm flipV="1">
            <a:off x="5932344" y="2804397"/>
            <a:ext cx="146678" cy="1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5569744" y="2681287"/>
            <a:ext cx="36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l4</a:t>
            </a:r>
            <a:endParaRPr lang="ko-KR" altLang="en-US" sz="1000" dirty="0"/>
          </a:p>
        </p:txBody>
      </p:sp>
      <p:cxnSp>
        <p:nvCxnSpPr>
          <p:cNvPr id="34" name="직선 연결선 33"/>
          <p:cNvCxnSpPr>
            <a:endCxn id="75" idx="1"/>
          </p:cNvCxnSpPr>
          <p:nvPr/>
        </p:nvCxnSpPr>
        <p:spPr>
          <a:xfrm>
            <a:off x="6107638" y="1358121"/>
            <a:ext cx="500173" cy="143426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타원 243"/>
          <p:cNvSpPr/>
          <p:nvPr/>
        </p:nvSpPr>
        <p:spPr>
          <a:xfrm>
            <a:off x="6088022" y="1403947"/>
            <a:ext cx="36000" cy="3600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47" name="직선 연결선 246"/>
          <p:cNvCxnSpPr>
            <a:stCxn id="251" idx="3"/>
          </p:cNvCxnSpPr>
          <p:nvPr/>
        </p:nvCxnSpPr>
        <p:spPr>
          <a:xfrm flipV="1">
            <a:off x="5614604" y="1419570"/>
            <a:ext cx="482661" cy="77218"/>
          </a:xfrm>
          <a:prstGeom prst="line">
            <a:avLst/>
          </a:prstGeom>
          <a:solidFill>
            <a:srgbClr val="00B0F0"/>
          </a:solidFill>
          <a:ln w="889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5338566" y="1389066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t2</a:t>
            </a:r>
            <a:endParaRPr lang="ko-KR" altLang="en-US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6607811" y="1393825"/>
            <a:ext cx="276038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 smtClean="0"/>
              <a:t>t1</a:t>
            </a:r>
            <a:endParaRPr lang="ko-KR" altLang="en-US" sz="800" dirty="0"/>
          </a:p>
        </p:txBody>
      </p:sp>
      <p:grpSp>
        <p:nvGrpSpPr>
          <p:cNvPr id="2" name="그룹 292"/>
          <p:cNvGrpSpPr/>
          <p:nvPr/>
        </p:nvGrpSpPr>
        <p:grpSpPr>
          <a:xfrm>
            <a:off x="187307" y="281940"/>
            <a:ext cx="2822593" cy="400110"/>
            <a:chOff x="187307" y="281940"/>
            <a:chExt cx="2822593" cy="400110"/>
          </a:xfrm>
        </p:grpSpPr>
        <p:sp>
          <p:nvSpPr>
            <p:cNvPr id="289" name="TextBox 288"/>
            <p:cNvSpPr txBox="1"/>
            <p:nvPr/>
          </p:nvSpPr>
          <p:spPr>
            <a:xfrm>
              <a:off x="304799" y="281940"/>
              <a:ext cx="270510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 smtClean="0"/>
                <a:t>LOA4 Object Name</a:t>
              </a:r>
            </a:p>
          </p:txBody>
        </p:sp>
        <p:sp>
          <p:nvSpPr>
            <p:cNvPr id="291" name="타원 290"/>
            <p:cNvSpPr/>
            <p:nvPr/>
          </p:nvSpPr>
          <p:spPr>
            <a:xfrm>
              <a:off x="187307" y="427995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6877426" y="2869501"/>
            <a:ext cx="51328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pelvis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4449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9" y="281940"/>
            <a:ext cx="27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LOA-0</a:t>
            </a:r>
            <a:endParaRPr lang="ko-KR" altLang="en-US" sz="20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2676000" y="0"/>
            <a:ext cx="6840000" cy="6858000"/>
            <a:chOff x="2676000" y="0"/>
            <a:chExt cx="6840000" cy="6858000"/>
          </a:xfrm>
        </p:grpSpPr>
        <p:sp>
          <p:nvSpPr>
            <p:cNvPr id="4" name="직사각형 3"/>
            <p:cNvSpPr/>
            <p:nvPr/>
          </p:nvSpPr>
          <p:spPr>
            <a:xfrm>
              <a:off x="2676000" y="9000"/>
              <a:ext cx="6840000" cy="68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Picture 2" descr="C:\Users\lmj\Desktop\1_VRlab\2017-06-17(인체관절그림수정)\LOA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64205" y="0"/>
              <a:ext cx="5863590" cy="6858000"/>
            </a:xfrm>
            <a:prstGeom prst="rect">
              <a:avLst/>
            </a:prstGeom>
            <a:noFill/>
          </p:spPr>
        </p:pic>
      </p:grpSp>
      <p:grpSp>
        <p:nvGrpSpPr>
          <p:cNvPr id="16" name="그룹 15"/>
          <p:cNvGrpSpPr/>
          <p:nvPr/>
        </p:nvGrpSpPr>
        <p:grpSpPr>
          <a:xfrm>
            <a:off x="5581650" y="3137703"/>
            <a:ext cx="1067921" cy="773440"/>
            <a:chOff x="5581650" y="3308181"/>
            <a:chExt cx="1067921" cy="773440"/>
          </a:xfrm>
        </p:grpSpPr>
        <p:sp>
          <p:nvSpPr>
            <p:cNvPr id="19" name="타원 18"/>
            <p:cNvSpPr/>
            <p:nvPr/>
          </p:nvSpPr>
          <p:spPr>
            <a:xfrm>
              <a:off x="6061548" y="330818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4" name="직선 연결선 33"/>
            <p:cNvCxnSpPr/>
            <p:nvPr/>
          </p:nvCxnSpPr>
          <p:spPr>
            <a:xfrm rot="5400000">
              <a:off x="5883275" y="3590925"/>
              <a:ext cx="4635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5581650" y="3835400"/>
              <a:ext cx="10679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HumanoidRoot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886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3"/>
          <p:cNvGrpSpPr/>
          <p:nvPr/>
        </p:nvGrpSpPr>
        <p:grpSpPr>
          <a:xfrm>
            <a:off x="2676000" y="0"/>
            <a:ext cx="6840000" cy="6858000"/>
            <a:chOff x="2676000" y="0"/>
            <a:chExt cx="6840000" cy="6858000"/>
          </a:xfrm>
        </p:grpSpPr>
        <p:sp>
          <p:nvSpPr>
            <p:cNvPr id="195" name="직사각형 194"/>
            <p:cNvSpPr/>
            <p:nvPr/>
          </p:nvSpPr>
          <p:spPr>
            <a:xfrm>
              <a:off x="2676000" y="9000"/>
              <a:ext cx="6840000" cy="68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6" name="Picture 2" descr="C:\Users\lmj\Desktop\1_VRlab\2017-06-17(인체관절그림수정)\LOA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64205" y="0"/>
              <a:ext cx="5863590" cy="6858000"/>
            </a:xfrm>
            <a:prstGeom prst="rect">
              <a:avLst/>
            </a:prstGeom>
            <a:noFill/>
          </p:spPr>
        </p:pic>
      </p:grpSp>
      <p:sp>
        <p:nvSpPr>
          <p:cNvPr id="58" name="TextBox 57"/>
          <p:cNvSpPr txBox="1"/>
          <p:nvPr/>
        </p:nvSpPr>
        <p:spPr>
          <a:xfrm>
            <a:off x="304799" y="281940"/>
            <a:ext cx="27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LOA1 JOINT</a:t>
            </a:r>
            <a:endParaRPr lang="ko-KR" altLang="en-US" sz="2000" b="1" dirty="0"/>
          </a:p>
        </p:txBody>
      </p:sp>
      <p:sp>
        <p:nvSpPr>
          <p:cNvPr id="6" name="타원 5"/>
          <p:cNvSpPr/>
          <p:nvPr/>
        </p:nvSpPr>
        <p:spPr>
          <a:xfrm>
            <a:off x="6654043" y="1333202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5490827" y="1333202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279331" y="350412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812662" y="350412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324359" y="6056047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5776963" y="6056047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/>
        </p:nvCxnSpPr>
        <p:spPr>
          <a:xfrm>
            <a:off x="6731000" y="13843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6889750" y="35560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62" idx="6"/>
          </p:cNvCxnSpPr>
          <p:nvPr/>
        </p:nvCxnSpPr>
        <p:spPr>
          <a:xfrm>
            <a:off x="6378397" y="5855554"/>
            <a:ext cx="685343" cy="76934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endCxn id="71" idx="1"/>
          </p:cNvCxnSpPr>
          <p:nvPr/>
        </p:nvCxnSpPr>
        <p:spPr>
          <a:xfrm>
            <a:off x="6388100" y="6115050"/>
            <a:ext cx="731805" cy="6410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 flipH="1">
            <a:off x="4787900" y="13843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H="1">
            <a:off x="4629150" y="35560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>
            <a:stCxn id="80" idx="6"/>
          </p:cNvCxnSpPr>
          <p:nvPr/>
        </p:nvCxnSpPr>
        <p:spPr>
          <a:xfrm rot="10800000" flipV="1">
            <a:off x="5137150" y="5855554"/>
            <a:ext cx="674288" cy="76934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>
            <a:endCxn id="72" idx="3"/>
          </p:cNvCxnSpPr>
          <p:nvPr/>
        </p:nvCxnSpPr>
        <p:spPr>
          <a:xfrm flipH="1">
            <a:off x="5130800" y="6115050"/>
            <a:ext cx="704850" cy="48997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54900" y="1244600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l_shoulder</a:t>
            </a:r>
            <a:endParaRPr lang="ko-KR" alt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l_elbow</a:t>
            </a:r>
            <a:endParaRPr lang="ko-KR" alt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7086600" y="4616450"/>
            <a:ext cx="5469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l_knee</a:t>
            </a:r>
            <a:endParaRPr lang="ko-KR" altLang="en-US" sz="1000" dirty="0"/>
          </a:p>
        </p:txBody>
      </p:sp>
      <p:grpSp>
        <p:nvGrpSpPr>
          <p:cNvPr id="3" name="그룹 91"/>
          <p:cNvGrpSpPr/>
          <p:nvPr/>
        </p:nvGrpSpPr>
        <p:grpSpPr>
          <a:xfrm flipH="1">
            <a:off x="4000500" y="1244600"/>
            <a:ext cx="1155695" cy="3618071"/>
            <a:chOff x="8648700" y="1301750"/>
            <a:chExt cx="1155695" cy="3618071"/>
          </a:xfrm>
        </p:grpSpPr>
        <p:sp>
          <p:nvSpPr>
            <p:cNvPr id="93" name="TextBox 92"/>
            <p:cNvSpPr txBox="1"/>
            <p:nvPr/>
          </p:nvSpPr>
          <p:spPr>
            <a:xfrm>
              <a:off x="9017000" y="1301750"/>
              <a:ext cx="7873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r_shoulder</a:t>
              </a:r>
              <a:endParaRPr lang="ko-KR" altLang="en-US" sz="1000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150350" y="2622550"/>
              <a:ext cx="6335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r_elbow</a:t>
              </a:r>
              <a:endParaRPr lang="ko-KR" altLang="en-US" sz="1000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648700" y="4673600"/>
              <a:ext cx="5597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r_knee</a:t>
              </a:r>
              <a:endParaRPr lang="ko-KR" altLang="en-US" sz="1000" dirty="0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7594600" y="3429000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l_radiocarpal</a:t>
            </a:r>
            <a:endParaRPr lang="ko-KR" altLang="en-US" sz="1000" dirty="0"/>
          </a:p>
        </p:txBody>
      </p:sp>
      <p:sp>
        <p:nvSpPr>
          <p:cNvPr id="61" name="TextBox 60"/>
          <p:cNvSpPr txBox="1"/>
          <p:nvPr/>
        </p:nvSpPr>
        <p:spPr>
          <a:xfrm flipH="1">
            <a:off x="3682057" y="3429000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r_radiocarpal</a:t>
            </a:r>
            <a:endParaRPr lang="ko-KR" alt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7125554" y="5807789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l_talocrural</a:t>
            </a:r>
            <a:endParaRPr lang="ko-KR" alt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4314551" y="580778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r</a:t>
            </a:r>
            <a:r>
              <a:rPr lang="en-US" altLang="ko-KR" sz="1000" dirty="0" err="1" smtClean="0"/>
              <a:t>_talocrural</a:t>
            </a:r>
            <a:endParaRPr lang="ko-KR" altLang="en-US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7119905" y="6056047"/>
            <a:ext cx="1515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l_metatarsophalangeal</a:t>
            </a:r>
            <a:endParaRPr lang="ko-KR" alt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3615532" y="6040936"/>
            <a:ext cx="1515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err="1" smtClean="0"/>
              <a:t>r_metatarsophalangeal</a:t>
            </a:r>
            <a:endParaRPr lang="ko-KR" altLang="en-US" sz="1000" dirty="0"/>
          </a:p>
        </p:txBody>
      </p:sp>
      <p:sp>
        <p:nvSpPr>
          <p:cNvPr id="62" name="타원 61"/>
          <p:cNvSpPr/>
          <p:nvPr/>
        </p:nvSpPr>
        <p:spPr>
          <a:xfrm>
            <a:off x="6270397" y="580155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/>
          <p:cNvSpPr/>
          <p:nvPr/>
        </p:nvSpPr>
        <p:spPr>
          <a:xfrm flipH="1">
            <a:off x="5811438" y="580155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sp>
        <p:nvSpPr>
          <p:cNvPr id="190" name="타원 189"/>
          <p:cNvSpPr/>
          <p:nvPr/>
        </p:nvSpPr>
        <p:spPr>
          <a:xfrm>
            <a:off x="6049648" y="782338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" name="직선 연결선 190"/>
          <p:cNvCxnSpPr>
            <a:stCxn id="190" idx="6"/>
            <a:endCxn id="192" idx="1"/>
          </p:cNvCxnSpPr>
          <p:nvPr/>
        </p:nvCxnSpPr>
        <p:spPr>
          <a:xfrm flipV="1">
            <a:off x="6157648" y="728741"/>
            <a:ext cx="540809" cy="107597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698457" y="605630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skullbase</a:t>
            </a:r>
            <a:endParaRPr lang="ko-KR" altLang="en-US" sz="1000" dirty="0"/>
          </a:p>
        </p:txBody>
      </p:sp>
      <p:sp>
        <p:nvSpPr>
          <p:cNvPr id="123" name="타원 122"/>
          <p:cNvSpPr/>
          <p:nvPr/>
        </p:nvSpPr>
        <p:spPr>
          <a:xfrm>
            <a:off x="6049648" y="2919476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4" name="직선 연결선 123"/>
          <p:cNvCxnSpPr>
            <a:stCxn id="123" idx="2"/>
            <a:endCxn id="125" idx="3"/>
          </p:cNvCxnSpPr>
          <p:nvPr/>
        </p:nvCxnSpPr>
        <p:spPr>
          <a:xfrm flipH="1" flipV="1">
            <a:off x="5155263" y="2946477"/>
            <a:ext cx="894385" cy="26999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697413" y="2823366"/>
            <a:ext cx="457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smtClean="0"/>
              <a:t>vl5</a:t>
            </a:r>
            <a:endParaRPr lang="ko-KR" altLang="en-US" sz="1000" dirty="0"/>
          </a:p>
        </p:txBody>
      </p:sp>
      <p:sp>
        <p:nvSpPr>
          <p:cNvPr id="111" name="타원 110"/>
          <p:cNvSpPr/>
          <p:nvPr/>
        </p:nvSpPr>
        <p:spPr>
          <a:xfrm>
            <a:off x="6049648" y="30297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연결선 111"/>
          <p:cNvCxnSpPr>
            <a:stCxn id="111" idx="6"/>
            <a:endCxn id="113" idx="1"/>
          </p:cNvCxnSpPr>
          <p:nvPr/>
        </p:nvCxnSpPr>
        <p:spPr>
          <a:xfrm flipV="1">
            <a:off x="6157648" y="2992612"/>
            <a:ext cx="605478" cy="9114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763126" y="2869501"/>
            <a:ext cx="715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sacroiliac</a:t>
            </a:r>
            <a:endParaRPr lang="ko-KR" altLang="en-US" sz="1000" dirty="0"/>
          </a:p>
        </p:txBody>
      </p:sp>
      <p:sp>
        <p:nvSpPr>
          <p:cNvPr id="115" name="타원 114"/>
          <p:cNvSpPr/>
          <p:nvPr/>
        </p:nvSpPr>
        <p:spPr>
          <a:xfrm>
            <a:off x="6049648" y="313770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6" name="직선 연결선 115"/>
          <p:cNvCxnSpPr/>
          <p:nvPr/>
        </p:nvCxnSpPr>
        <p:spPr>
          <a:xfrm rot="5400000">
            <a:off x="5870575" y="3420447"/>
            <a:ext cx="4635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568950" y="3664922"/>
            <a:ext cx="1067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HumanoidRoot</a:t>
            </a:r>
            <a:endParaRPr lang="ko-KR" altLang="en-US" sz="1000" dirty="0"/>
          </a:p>
        </p:txBody>
      </p:sp>
      <p:grpSp>
        <p:nvGrpSpPr>
          <p:cNvPr id="4" name="그룹 103"/>
          <p:cNvGrpSpPr/>
          <p:nvPr/>
        </p:nvGrpSpPr>
        <p:grpSpPr>
          <a:xfrm>
            <a:off x="4429373" y="3130981"/>
            <a:ext cx="3316981" cy="246221"/>
            <a:chOff x="4429373" y="3130981"/>
            <a:chExt cx="3316981" cy="246221"/>
          </a:xfrm>
        </p:grpSpPr>
        <p:sp>
          <p:nvSpPr>
            <p:cNvPr id="105" name="타원 104"/>
            <p:cNvSpPr/>
            <p:nvPr/>
          </p:nvSpPr>
          <p:spPr>
            <a:xfrm>
              <a:off x="5728519" y="320009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/>
            <p:cNvSpPr/>
            <p:nvPr/>
          </p:nvSpPr>
          <p:spPr>
            <a:xfrm>
              <a:off x="6352668" y="320009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TextBox 106"/>
            <p:cNvSpPr txBox="1"/>
            <p:nvPr/>
          </p:nvSpPr>
          <p:spPr>
            <a:xfrm flipH="1">
              <a:off x="4429373" y="3130981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r_hip</a:t>
              </a:r>
              <a:endParaRPr lang="ko-KR" altLang="en-US" sz="1000" dirty="0"/>
            </a:p>
          </p:txBody>
        </p:sp>
        <p:cxnSp>
          <p:nvCxnSpPr>
            <p:cNvPr id="108" name="직선 연결선 107"/>
            <p:cNvCxnSpPr/>
            <p:nvPr/>
          </p:nvCxnSpPr>
          <p:spPr>
            <a:xfrm flipV="1">
              <a:off x="4896167" y="3254091"/>
              <a:ext cx="832352" cy="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7292384" y="3130981"/>
              <a:ext cx="4539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l_hip</a:t>
              </a:r>
              <a:endParaRPr lang="ko-KR" altLang="en-US" sz="1000" dirty="0"/>
            </a:p>
          </p:txBody>
        </p:sp>
        <p:cxnSp>
          <p:nvCxnSpPr>
            <p:cNvPr id="110" name="직선 연결선 109"/>
            <p:cNvCxnSpPr>
              <a:stCxn id="106" idx="6"/>
              <a:endCxn id="109" idx="1"/>
            </p:cNvCxnSpPr>
            <p:nvPr/>
          </p:nvCxnSpPr>
          <p:spPr>
            <a:xfrm>
              <a:off x="6460668" y="3254091"/>
              <a:ext cx="831716" cy="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그룹 357"/>
          <p:cNvGrpSpPr/>
          <p:nvPr/>
        </p:nvGrpSpPr>
        <p:grpSpPr>
          <a:xfrm>
            <a:off x="2676000" y="0"/>
            <a:ext cx="6840000" cy="6858000"/>
            <a:chOff x="2676000" y="0"/>
            <a:chExt cx="6840000" cy="6858000"/>
          </a:xfrm>
        </p:grpSpPr>
        <p:sp>
          <p:nvSpPr>
            <p:cNvPr id="359" name="직사각형 358"/>
            <p:cNvSpPr/>
            <p:nvPr/>
          </p:nvSpPr>
          <p:spPr>
            <a:xfrm>
              <a:off x="2676000" y="9000"/>
              <a:ext cx="6840000" cy="68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0" name="Picture 2" descr="C:\Users\lmj\Desktop\1_VRlab\2017-06-17(인체관절그림수정)\LOA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64205" y="0"/>
              <a:ext cx="5863590" cy="6858000"/>
            </a:xfrm>
            <a:prstGeom prst="rect">
              <a:avLst/>
            </a:prstGeom>
            <a:noFill/>
          </p:spPr>
        </p:pic>
      </p:grpSp>
      <p:sp>
        <p:nvSpPr>
          <p:cNvPr id="152" name="TextBox 151"/>
          <p:cNvSpPr txBox="1"/>
          <p:nvPr/>
        </p:nvSpPr>
        <p:spPr>
          <a:xfrm>
            <a:off x="304799" y="281940"/>
            <a:ext cx="27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LOA-2</a:t>
            </a:r>
            <a:endParaRPr lang="ko-KR" altLang="en-US" sz="2000" b="1" dirty="0"/>
          </a:p>
        </p:txBody>
      </p:sp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279331" y="350412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812662" y="350412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/>
        </p:nvCxnSpPr>
        <p:spPr>
          <a:xfrm>
            <a:off x="6731000" y="136525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6889750" y="35560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H="1">
            <a:off x="4629150" y="35560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454900" y="1225550"/>
            <a:ext cx="1276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l_acromioclavicular</a:t>
            </a:r>
            <a:endParaRPr lang="ko-KR" alt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l_elbow</a:t>
            </a:r>
            <a:endParaRPr lang="ko-KR" alt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7594600" y="3429000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l_radiocarpal</a:t>
            </a:r>
            <a:endParaRPr lang="ko-KR" altLang="en-US" sz="1000" dirty="0"/>
          </a:p>
        </p:txBody>
      </p:sp>
      <p:sp>
        <p:nvSpPr>
          <p:cNvPr id="94" name="TextBox 93"/>
          <p:cNvSpPr txBox="1"/>
          <p:nvPr/>
        </p:nvSpPr>
        <p:spPr>
          <a:xfrm flipH="1">
            <a:off x="4021038" y="2565400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r_elbow</a:t>
            </a:r>
            <a:endParaRPr lang="ko-KR" altLang="en-US" sz="1000" dirty="0"/>
          </a:p>
        </p:txBody>
      </p:sp>
      <p:sp>
        <p:nvSpPr>
          <p:cNvPr id="96" name="TextBox 95"/>
          <p:cNvSpPr txBox="1"/>
          <p:nvPr/>
        </p:nvSpPr>
        <p:spPr>
          <a:xfrm flipH="1">
            <a:off x="3682057" y="3429000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r_radiocarpal</a:t>
            </a:r>
            <a:endParaRPr lang="ko-KR" altLang="en-US" sz="1000" dirty="0"/>
          </a:p>
        </p:txBody>
      </p:sp>
      <p:sp>
        <p:nvSpPr>
          <p:cNvPr id="97" name="TextBox 96"/>
          <p:cNvSpPr txBox="1"/>
          <p:nvPr/>
        </p:nvSpPr>
        <p:spPr>
          <a:xfrm flipH="1">
            <a:off x="4596426" y="4616450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r_knee</a:t>
            </a:r>
            <a:endParaRPr lang="ko-KR" altLang="en-US" sz="1000" dirty="0"/>
          </a:p>
        </p:txBody>
      </p:sp>
      <p:sp>
        <p:nvSpPr>
          <p:cNvPr id="71" name="타원 70"/>
          <p:cNvSpPr/>
          <p:nvPr/>
        </p:nvSpPr>
        <p:spPr>
          <a:xfrm>
            <a:off x="6711629" y="133981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6694961" y="1449352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>
            <a:off x="6201248" y="1257001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/>
          <p:cNvCxnSpPr>
            <a:endCxn id="106" idx="1"/>
          </p:cNvCxnSpPr>
          <p:nvPr/>
        </p:nvCxnSpPr>
        <p:spPr>
          <a:xfrm flipV="1">
            <a:off x="6216650" y="1043861"/>
            <a:ext cx="1073150" cy="26424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289800" y="920750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l_sternoclavicular</a:t>
            </a:r>
            <a:endParaRPr lang="ko-KR" altLang="en-US" sz="1000" dirty="0"/>
          </a:p>
        </p:txBody>
      </p:sp>
      <p:cxnSp>
        <p:nvCxnSpPr>
          <p:cNvPr id="112" name="직선 연결선 111"/>
          <p:cNvCxnSpPr>
            <a:endCxn id="113" idx="1"/>
          </p:cNvCxnSpPr>
          <p:nvPr/>
        </p:nvCxnSpPr>
        <p:spPr>
          <a:xfrm>
            <a:off x="6711950" y="1479550"/>
            <a:ext cx="685800" cy="977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397750" y="1454150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l_shoulder</a:t>
            </a:r>
            <a:endParaRPr lang="ko-KR" altLang="en-US" sz="1000" dirty="0"/>
          </a:p>
        </p:txBody>
      </p:sp>
      <p:grpSp>
        <p:nvGrpSpPr>
          <p:cNvPr id="160" name="그룹 159"/>
          <p:cNvGrpSpPr/>
          <p:nvPr/>
        </p:nvGrpSpPr>
        <p:grpSpPr>
          <a:xfrm flipH="1">
            <a:off x="3489798" y="927100"/>
            <a:ext cx="2529963" cy="779621"/>
            <a:chOff x="7210898" y="1676400"/>
            <a:chExt cx="2529963" cy="779621"/>
          </a:xfrm>
        </p:grpSpPr>
        <p:cxnSp>
          <p:nvCxnSpPr>
            <p:cNvPr id="161" name="직선 연결선 160"/>
            <p:cNvCxnSpPr/>
            <p:nvPr/>
          </p:nvCxnSpPr>
          <p:spPr>
            <a:xfrm>
              <a:off x="7740650" y="21209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8451726" y="1981200"/>
              <a:ext cx="12891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r_acromioclavicular</a:t>
              </a:r>
              <a:endParaRPr lang="ko-KR" altLang="en-US" sz="1000" dirty="0"/>
            </a:p>
          </p:txBody>
        </p:sp>
        <p:sp>
          <p:nvSpPr>
            <p:cNvPr id="163" name="타원 162"/>
            <p:cNvSpPr/>
            <p:nvPr/>
          </p:nvSpPr>
          <p:spPr>
            <a:xfrm>
              <a:off x="7721279" y="209546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타원 163"/>
            <p:cNvSpPr/>
            <p:nvPr/>
          </p:nvSpPr>
          <p:spPr>
            <a:xfrm>
              <a:off x="7704611" y="220500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타원 164"/>
            <p:cNvSpPr/>
            <p:nvPr/>
          </p:nvSpPr>
          <p:spPr>
            <a:xfrm>
              <a:off x="7210898" y="201265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6" name="직선 연결선 165"/>
            <p:cNvCxnSpPr>
              <a:endCxn id="167" idx="1"/>
            </p:cNvCxnSpPr>
            <p:nvPr/>
          </p:nvCxnSpPr>
          <p:spPr>
            <a:xfrm flipV="1">
              <a:off x="7226300" y="1799511"/>
              <a:ext cx="1073150" cy="26424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/>
            <p:cNvSpPr txBox="1"/>
            <p:nvPr/>
          </p:nvSpPr>
          <p:spPr>
            <a:xfrm>
              <a:off x="8299450" y="1676400"/>
              <a:ext cx="11993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r_sternoclavicular</a:t>
              </a:r>
              <a:endParaRPr lang="ko-KR" altLang="en-US" sz="1000" dirty="0"/>
            </a:p>
          </p:txBody>
        </p:sp>
        <p:cxnSp>
          <p:nvCxnSpPr>
            <p:cNvPr id="168" name="직선 연결선 167"/>
            <p:cNvCxnSpPr>
              <a:endCxn id="169" idx="1"/>
            </p:cNvCxnSpPr>
            <p:nvPr/>
          </p:nvCxnSpPr>
          <p:spPr>
            <a:xfrm rot="10800000" flipH="1" flipV="1">
              <a:off x="7721600" y="2235199"/>
              <a:ext cx="672976" cy="977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/>
            <p:cNvSpPr txBox="1"/>
            <p:nvPr/>
          </p:nvSpPr>
          <p:spPr>
            <a:xfrm>
              <a:off x="8394576" y="2209800"/>
              <a:ext cx="7873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r_shoulder</a:t>
              </a:r>
              <a:endParaRPr lang="ko-KR" altLang="en-US" sz="1000" dirty="0"/>
            </a:p>
          </p:txBody>
        </p:sp>
      </p:grpSp>
      <p:sp>
        <p:nvSpPr>
          <p:cNvPr id="171" name="타원 170"/>
          <p:cNvSpPr/>
          <p:nvPr/>
        </p:nvSpPr>
        <p:spPr>
          <a:xfrm>
            <a:off x="6327770" y="6013256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/>
          <p:cNvSpPr/>
          <p:nvPr/>
        </p:nvSpPr>
        <p:spPr>
          <a:xfrm>
            <a:off x="6351582" y="6103744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/>
          <p:cNvSpPr/>
          <p:nvPr/>
        </p:nvSpPr>
        <p:spPr>
          <a:xfrm>
            <a:off x="6368251" y="6189469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8" name="직선 연결선 177"/>
          <p:cNvCxnSpPr>
            <a:stCxn id="171" idx="6"/>
          </p:cNvCxnSpPr>
          <p:nvPr/>
        </p:nvCxnSpPr>
        <p:spPr>
          <a:xfrm flipV="1">
            <a:off x="6381770" y="5780961"/>
            <a:ext cx="501629" cy="259295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/>
          <p:cNvCxnSpPr>
            <a:stCxn id="172" idx="6"/>
          </p:cNvCxnSpPr>
          <p:nvPr/>
        </p:nvCxnSpPr>
        <p:spPr>
          <a:xfrm flipV="1">
            <a:off x="6405582" y="5992891"/>
            <a:ext cx="480200" cy="137853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>
            <a:stCxn id="173" idx="6"/>
          </p:cNvCxnSpPr>
          <p:nvPr/>
        </p:nvCxnSpPr>
        <p:spPr>
          <a:xfrm flipV="1">
            <a:off x="6422251" y="6211968"/>
            <a:ext cx="454004" cy="450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타원 208"/>
          <p:cNvSpPr/>
          <p:nvPr/>
        </p:nvSpPr>
        <p:spPr>
          <a:xfrm>
            <a:off x="6725915" y="365200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타원 209"/>
          <p:cNvSpPr/>
          <p:nvPr/>
        </p:nvSpPr>
        <p:spPr>
          <a:xfrm>
            <a:off x="6823546" y="3706777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타원 210"/>
          <p:cNvSpPr/>
          <p:nvPr/>
        </p:nvSpPr>
        <p:spPr>
          <a:xfrm>
            <a:off x="6678290" y="374725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타원 211"/>
          <p:cNvSpPr/>
          <p:nvPr/>
        </p:nvSpPr>
        <p:spPr>
          <a:xfrm>
            <a:off x="6640190" y="3849651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타원 212"/>
          <p:cNvSpPr/>
          <p:nvPr/>
        </p:nvSpPr>
        <p:spPr>
          <a:xfrm>
            <a:off x="6814020" y="3842509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타원 213"/>
          <p:cNvSpPr/>
          <p:nvPr/>
        </p:nvSpPr>
        <p:spPr>
          <a:xfrm>
            <a:off x="6764013" y="394966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타원 214"/>
          <p:cNvSpPr/>
          <p:nvPr/>
        </p:nvSpPr>
        <p:spPr>
          <a:xfrm>
            <a:off x="6673526" y="4002052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7" name="직선 연결선 216"/>
          <p:cNvCxnSpPr>
            <a:endCxn id="210" idx="5"/>
          </p:cNvCxnSpPr>
          <p:nvPr/>
        </p:nvCxnSpPr>
        <p:spPr>
          <a:xfrm>
            <a:off x="6760059" y="3686958"/>
            <a:ext cx="109579" cy="659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/>
          <p:cNvCxnSpPr>
            <a:endCxn id="213" idx="5"/>
          </p:cNvCxnSpPr>
          <p:nvPr/>
        </p:nvCxnSpPr>
        <p:spPr>
          <a:xfrm>
            <a:off x="6710053" y="3782208"/>
            <a:ext cx="150059" cy="106393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/>
          <p:cNvCxnSpPr/>
          <p:nvPr/>
        </p:nvCxnSpPr>
        <p:spPr>
          <a:xfrm>
            <a:off x="6848971" y="3733777"/>
            <a:ext cx="376535" cy="297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/>
          <p:cNvCxnSpPr/>
          <p:nvPr/>
        </p:nvCxnSpPr>
        <p:spPr>
          <a:xfrm>
            <a:off x="6846094" y="3876674"/>
            <a:ext cx="363537" cy="2676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/>
          <p:cNvCxnSpPr/>
          <p:nvPr/>
        </p:nvCxnSpPr>
        <p:spPr>
          <a:xfrm>
            <a:off x="6778643" y="3970474"/>
            <a:ext cx="346374" cy="91076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/>
          <p:cNvCxnSpPr/>
          <p:nvPr/>
        </p:nvCxnSpPr>
        <p:spPr>
          <a:xfrm>
            <a:off x="6701332" y="4017148"/>
            <a:ext cx="274143" cy="2291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4" name="그룹 263"/>
          <p:cNvGrpSpPr/>
          <p:nvPr/>
        </p:nvGrpSpPr>
        <p:grpSpPr>
          <a:xfrm flipH="1">
            <a:off x="3607098" y="5444500"/>
            <a:ext cx="2254255" cy="884397"/>
            <a:chOff x="8865230" y="4894421"/>
            <a:chExt cx="2254255" cy="884397"/>
          </a:xfrm>
        </p:grpSpPr>
        <p:cxnSp>
          <p:nvCxnSpPr>
            <p:cNvPr id="265" name="직선 연결선 264"/>
            <p:cNvCxnSpPr>
              <a:stCxn id="174" idx="7"/>
              <a:endCxn id="266" idx="1"/>
            </p:cNvCxnSpPr>
            <p:nvPr/>
          </p:nvCxnSpPr>
          <p:spPr>
            <a:xfrm rot="5400000" flipH="1" flipV="1">
              <a:off x="9037596" y="4879265"/>
              <a:ext cx="249759" cy="526294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TextBox 265"/>
            <p:cNvSpPr txBox="1"/>
            <p:nvPr/>
          </p:nvSpPr>
          <p:spPr>
            <a:xfrm>
              <a:off x="9425623" y="4894421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r_talocrural</a:t>
              </a:r>
              <a:endParaRPr lang="ko-KR" altLang="en-US" sz="1000" dirty="0"/>
            </a:p>
          </p:txBody>
        </p:sp>
        <p:sp>
          <p:nvSpPr>
            <p:cNvPr id="268" name="타원 267"/>
            <p:cNvSpPr/>
            <p:nvPr/>
          </p:nvSpPr>
          <p:spPr>
            <a:xfrm>
              <a:off x="8865230" y="5456996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69" name="타원 268"/>
            <p:cNvSpPr/>
            <p:nvPr/>
          </p:nvSpPr>
          <p:spPr>
            <a:xfrm>
              <a:off x="8889042" y="5547484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70" name="타원 269"/>
            <p:cNvSpPr/>
            <p:nvPr/>
          </p:nvSpPr>
          <p:spPr>
            <a:xfrm>
              <a:off x="8905711" y="563320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271" name="직선 연결선 270"/>
            <p:cNvCxnSpPr>
              <a:stCxn id="268" idx="6"/>
              <a:endCxn id="272" idx="1"/>
            </p:cNvCxnSpPr>
            <p:nvPr/>
          </p:nvCxnSpPr>
          <p:spPr>
            <a:xfrm rot="10800000" flipH="1">
              <a:off x="8919229" y="5224702"/>
              <a:ext cx="501629" cy="259295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/>
            <p:cNvSpPr txBox="1"/>
            <p:nvPr/>
          </p:nvSpPr>
          <p:spPr>
            <a:xfrm>
              <a:off x="9420859" y="5101590"/>
              <a:ext cx="11985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r_tarsometatarsal</a:t>
              </a:r>
              <a:endParaRPr lang="ko-KR" altLang="en-US" sz="1000" dirty="0"/>
            </a:p>
          </p:txBody>
        </p:sp>
        <p:cxnSp>
          <p:nvCxnSpPr>
            <p:cNvPr id="273" name="직선 연결선 272"/>
            <p:cNvCxnSpPr>
              <a:stCxn id="269" idx="6"/>
              <a:endCxn id="274" idx="1"/>
            </p:cNvCxnSpPr>
            <p:nvPr/>
          </p:nvCxnSpPr>
          <p:spPr>
            <a:xfrm flipV="1">
              <a:off x="8943042" y="5436631"/>
              <a:ext cx="480200" cy="13785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TextBox 273"/>
            <p:cNvSpPr txBox="1"/>
            <p:nvPr/>
          </p:nvSpPr>
          <p:spPr>
            <a:xfrm>
              <a:off x="9423242" y="5313520"/>
              <a:ext cx="15152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r_metatarsophalangeal</a:t>
              </a:r>
              <a:endParaRPr lang="ko-KR" altLang="en-US" sz="1000" dirty="0"/>
            </a:p>
          </p:txBody>
        </p:sp>
        <p:cxnSp>
          <p:nvCxnSpPr>
            <p:cNvPr id="275" name="직선 연결선 274"/>
            <p:cNvCxnSpPr>
              <a:stCxn id="270" idx="6"/>
              <a:endCxn id="276" idx="1"/>
            </p:cNvCxnSpPr>
            <p:nvPr/>
          </p:nvCxnSpPr>
          <p:spPr>
            <a:xfrm flipV="1">
              <a:off x="8959711" y="5655708"/>
              <a:ext cx="454004" cy="450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/>
            <p:cNvSpPr txBox="1"/>
            <p:nvPr/>
          </p:nvSpPr>
          <p:spPr>
            <a:xfrm>
              <a:off x="9413715" y="5532597"/>
              <a:ext cx="1705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r_tarsar_interphalangeal</a:t>
              </a:r>
              <a:endParaRPr lang="ko-KR" altLang="en-US" sz="1000" dirty="0"/>
            </a:p>
          </p:txBody>
        </p:sp>
      </p:grpSp>
      <p:grpSp>
        <p:nvGrpSpPr>
          <p:cNvPr id="277" name="그룹 276"/>
          <p:cNvGrpSpPr/>
          <p:nvPr/>
        </p:nvGrpSpPr>
        <p:grpSpPr>
          <a:xfrm flipH="1">
            <a:off x="2838926" y="3621405"/>
            <a:ext cx="2691929" cy="725033"/>
            <a:chOff x="6640190" y="3629025"/>
            <a:chExt cx="2691929" cy="725033"/>
          </a:xfrm>
        </p:grpSpPr>
        <p:sp>
          <p:nvSpPr>
            <p:cNvPr id="278" name="타원 277"/>
            <p:cNvSpPr/>
            <p:nvPr/>
          </p:nvSpPr>
          <p:spPr>
            <a:xfrm>
              <a:off x="6725915" y="365200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sp>
          <p:nvSpPr>
            <p:cNvPr id="279" name="타원 278"/>
            <p:cNvSpPr/>
            <p:nvPr/>
          </p:nvSpPr>
          <p:spPr>
            <a:xfrm>
              <a:off x="6823546" y="3706777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sp>
          <p:nvSpPr>
            <p:cNvPr id="280" name="타원 279"/>
            <p:cNvSpPr/>
            <p:nvPr/>
          </p:nvSpPr>
          <p:spPr>
            <a:xfrm>
              <a:off x="6678290" y="374725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sp>
          <p:nvSpPr>
            <p:cNvPr id="281" name="타원 280"/>
            <p:cNvSpPr/>
            <p:nvPr/>
          </p:nvSpPr>
          <p:spPr>
            <a:xfrm>
              <a:off x="6640190" y="3849651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sp>
          <p:nvSpPr>
            <p:cNvPr id="282" name="타원 281"/>
            <p:cNvSpPr/>
            <p:nvPr/>
          </p:nvSpPr>
          <p:spPr>
            <a:xfrm>
              <a:off x="6814020" y="384250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sp>
          <p:nvSpPr>
            <p:cNvPr id="283" name="타원 282"/>
            <p:cNvSpPr/>
            <p:nvPr/>
          </p:nvSpPr>
          <p:spPr>
            <a:xfrm>
              <a:off x="6764013" y="394966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sp>
          <p:nvSpPr>
            <p:cNvPr id="284" name="타원 283"/>
            <p:cNvSpPr/>
            <p:nvPr/>
          </p:nvSpPr>
          <p:spPr>
            <a:xfrm>
              <a:off x="6673526" y="400205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dirty="0"/>
            </a:p>
          </p:txBody>
        </p:sp>
        <p:cxnSp>
          <p:nvCxnSpPr>
            <p:cNvPr id="285" name="직선 연결선 284"/>
            <p:cNvCxnSpPr>
              <a:endCxn id="279" idx="5"/>
            </p:cNvCxnSpPr>
            <p:nvPr/>
          </p:nvCxnSpPr>
          <p:spPr>
            <a:xfrm>
              <a:off x="6760059" y="3686958"/>
              <a:ext cx="109579" cy="659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/>
            <p:cNvCxnSpPr>
              <a:endCxn id="282" idx="5"/>
            </p:cNvCxnSpPr>
            <p:nvPr/>
          </p:nvCxnSpPr>
          <p:spPr>
            <a:xfrm>
              <a:off x="6710053" y="3782208"/>
              <a:ext cx="150059" cy="10639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>
              <a:endCxn id="289" idx="1"/>
            </p:cNvCxnSpPr>
            <p:nvPr/>
          </p:nvCxnSpPr>
          <p:spPr>
            <a:xfrm rot="10800000" flipH="1" flipV="1">
              <a:off x="6848967" y="3733777"/>
              <a:ext cx="376537" cy="297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>
              <a:endCxn id="290" idx="1"/>
            </p:cNvCxnSpPr>
            <p:nvPr/>
          </p:nvCxnSpPr>
          <p:spPr>
            <a:xfrm rot="10800000" flipH="1" flipV="1">
              <a:off x="6846093" y="3876673"/>
              <a:ext cx="363538" cy="26762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TextBox 288"/>
            <p:cNvSpPr txBox="1"/>
            <p:nvPr/>
          </p:nvSpPr>
          <p:spPr>
            <a:xfrm>
              <a:off x="7225505" y="3629025"/>
              <a:ext cx="151195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r_carpometacarpal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7209631" y="3795713"/>
              <a:ext cx="17411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r_metacarpophalangeal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cxnSp>
          <p:nvCxnSpPr>
            <p:cNvPr id="291" name="직선 연결선 290"/>
            <p:cNvCxnSpPr/>
            <p:nvPr/>
          </p:nvCxnSpPr>
          <p:spPr>
            <a:xfrm>
              <a:off x="6778643" y="3970474"/>
              <a:ext cx="346374" cy="9107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/>
            <p:cNvCxnSpPr>
              <a:endCxn id="294" idx="1"/>
            </p:cNvCxnSpPr>
            <p:nvPr/>
          </p:nvCxnSpPr>
          <p:spPr>
            <a:xfrm>
              <a:off x="6701332" y="4017148"/>
              <a:ext cx="274143" cy="2291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/>
            <p:cNvSpPr txBox="1"/>
            <p:nvPr/>
          </p:nvSpPr>
          <p:spPr>
            <a:xfrm>
              <a:off x="6975475" y="4138614"/>
              <a:ext cx="23566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r_carpal_distal_interphalangeal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6888163" y="5450681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l_talocrural</a:t>
            </a:r>
            <a:endParaRPr lang="ko-KR" altLang="en-US" sz="1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6883399" y="5657850"/>
            <a:ext cx="1167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l_tarsometatarsal</a:t>
            </a:r>
            <a:endParaRPr lang="ko-KR" altLang="en-US" sz="1000" dirty="0"/>
          </a:p>
        </p:txBody>
      </p:sp>
      <p:sp>
        <p:nvSpPr>
          <p:cNvPr id="145" name="TextBox 144"/>
          <p:cNvSpPr txBox="1"/>
          <p:nvPr/>
        </p:nvSpPr>
        <p:spPr>
          <a:xfrm>
            <a:off x="6885782" y="5869780"/>
            <a:ext cx="1515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l_metatarsophalangeal</a:t>
            </a:r>
            <a:endParaRPr lang="ko-KR" altLang="en-US" sz="1000" dirty="0"/>
          </a:p>
        </p:txBody>
      </p:sp>
      <p:sp>
        <p:nvSpPr>
          <p:cNvPr id="146" name="TextBox 145"/>
          <p:cNvSpPr txBox="1"/>
          <p:nvPr/>
        </p:nvSpPr>
        <p:spPr>
          <a:xfrm>
            <a:off x="6876255" y="6088857"/>
            <a:ext cx="1705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 smtClean="0"/>
              <a:t>l_tarsal_interphalangeal</a:t>
            </a:r>
            <a:endParaRPr lang="ko-KR" altLang="en-US" sz="1000" dirty="0"/>
          </a:p>
        </p:txBody>
      </p:sp>
      <p:sp>
        <p:nvSpPr>
          <p:cNvPr id="149" name="TextBox 148"/>
          <p:cNvSpPr txBox="1"/>
          <p:nvPr/>
        </p:nvSpPr>
        <p:spPr>
          <a:xfrm>
            <a:off x="7086600" y="4616450"/>
            <a:ext cx="5469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 smtClean="0"/>
              <a:t>l_knee</a:t>
            </a:r>
            <a:endParaRPr lang="ko-KR" altLang="en-US" sz="1000" dirty="0"/>
          </a:p>
        </p:txBody>
      </p:sp>
      <p:sp>
        <p:nvSpPr>
          <p:cNvPr id="153" name="TextBox 152"/>
          <p:cNvSpPr txBox="1"/>
          <p:nvPr/>
        </p:nvSpPr>
        <p:spPr>
          <a:xfrm>
            <a:off x="7225506" y="3629025"/>
            <a:ext cx="15007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l_carpometacarpal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154" name="TextBox 153"/>
          <p:cNvSpPr txBox="1"/>
          <p:nvPr/>
        </p:nvSpPr>
        <p:spPr>
          <a:xfrm>
            <a:off x="7209631" y="3795713"/>
            <a:ext cx="17299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l_metacarpophalangeal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155" name="TextBox 154"/>
          <p:cNvSpPr txBox="1"/>
          <p:nvPr/>
        </p:nvSpPr>
        <p:spPr>
          <a:xfrm>
            <a:off x="7125017" y="3953828"/>
            <a:ext cx="2356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l_carpal_proximal_interphalangeal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156" name="TextBox 155"/>
          <p:cNvSpPr txBox="1"/>
          <p:nvPr/>
        </p:nvSpPr>
        <p:spPr>
          <a:xfrm>
            <a:off x="6975475" y="4138614"/>
            <a:ext cx="2356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159" name="타원 158"/>
          <p:cNvSpPr/>
          <p:nvPr/>
        </p:nvSpPr>
        <p:spPr>
          <a:xfrm>
            <a:off x="6270397" y="580155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/>
          <p:cNvSpPr/>
          <p:nvPr/>
        </p:nvSpPr>
        <p:spPr>
          <a:xfrm flipH="1">
            <a:off x="5811438" y="580155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/>
          </a:p>
        </p:txBody>
      </p:sp>
      <p:cxnSp>
        <p:nvCxnSpPr>
          <p:cNvPr id="183" name="직선 연결선 182"/>
          <p:cNvCxnSpPr/>
          <p:nvPr/>
        </p:nvCxnSpPr>
        <p:spPr>
          <a:xfrm rot="5400000" flipH="1" flipV="1">
            <a:off x="6427215" y="5432790"/>
            <a:ext cx="319946" cy="60195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>
          <a:xfrm rot="16200000" flipH="1">
            <a:off x="5314182" y="4049262"/>
            <a:ext cx="514332" cy="134903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4274820" y="4340544"/>
            <a:ext cx="1562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 smtClean="0"/>
              <a:t>r_carpal_interphalangeal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170" name="TextBox 169"/>
          <p:cNvSpPr txBox="1"/>
          <p:nvPr/>
        </p:nvSpPr>
        <p:spPr>
          <a:xfrm>
            <a:off x="6339840" y="4340544"/>
            <a:ext cx="1562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 smtClean="0"/>
              <a:t>l_carpal_interphalangeal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cxnSp>
        <p:nvCxnSpPr>
          <p:cNvPr id="175" name="직선 연결선 174"/>
          <p:cNvCxnSpPr/>
          <p:nvPr/>
        </p:nvCxnSpPr>
        <p:spPr>
          <a:xfrm rot="5400000">
            <a:off x="6335262" y="4049262"/>
            <a:ext cx="514332" cy="134903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 flipH="1">
            <a:off x="2751730" y="3946208"/>
            <a:ext cx="230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r_carpal_proximal_interphalangeal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grpSp>
        <p:nvGrpSpPr>
          <p:cNvPr id="220" name="그룹 219"/>
          <p:cNvGrpSpPr/>
          <p:nvPr/>
        </p:nvGrpSpPr>
        <p:grpSpPr>
          <a:xfrm>
            <a:off x="4429373" y="2869501"/>
            <a:ext cx="3316981" cy="1041642"/>
            <a:chOff x="4429373" y="2869501"/>
            <a:chExt cx="3316981" cy="1041642"/>
          </a:xfrm>
        </p:grpSpPr>
        <p:grpSp>
          <p:nvGrpSpPr>
            <p:cNvPr id="192" name="그룹 191"/>
            <p:cNvGrpSpPr/>
            <p:nvPr/>
          </p:nvGrpSpPr>
          <p:grpSpPr>
            <a:xfrm>
              <a:off x="5581650" y="2869501"/>
              <a:ext cx="1896736" cy="1041642"/>
              <a:chOff x="5581650" y="2869501"/>
              <a:chExt cx="1896736" cy="1041642"/>
            </a:xfrm>
          </p:grpSpPr>
          <p:sp>
            <p:nvSpPr>
              <p:cNvPr id="193" name="타원 192"/>
              <p:cNvSpPr/>
              <p:nvPr/>
            </p:nvSpPr>
            <p:spPr>
              <a:xfrm>
                <a:off x="6061548" y="3029753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4" name="직선 연결선 193"/>
              <p:cNvCxnSpPr>
                <a:stCxn id="193" idx="6"/>
                <a:endCxn id="195" idx="1"/>
              </p:cNvCxnSpPr>
              <p:nvPr/>
            </p:nvCxnSpPr>
            <p:spPr>
              <a:xfrm flipV="1">
                <a:off x="6169548" y="2992612"/>
                <a:ext cx="593578" cy="9114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TextBox 194"/>
              <p:cNvSpPr txBox="1"/>
              <p:nvPr/>
            </p:nvSpPr>
            <p:spPr>
              <a:xfrm>
                <a:off x="6763126" y="2869501"/>
                <a:ext cx="71526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smtClean="0"/>
                  <a:t>sacroiliac</a:t>
                </a:r>
                <a:endParaRPr lang="ko-KR" altLang="en-US" sz="1000" dirty="0"/>
              </a:p>
            </p:txBody>
          </p:sp>
          <p:grpSp>
            <p:nvGrpSpPr>
              <p:cNvPr id="196" name="그룹 82"/>
              <p:cNvGrpSpPr/>
              <p:nvPr/>
            </p:nvGrpSpPr>
            <p:grpSpPr>
              <a:xfrm>
                <a:off x="5581650" y="3137703"/>
                <a:ext cx="1067921" cy="773440"/>
                <a:chOff x="5581650" y="3308181"/>
                <a:chExt cx="1067921" cy="773440"/>
              </a:xfrm>
            </p:grpSpPr>
            <p:sp>
              <p:nvSpPr>
                <p:cNvPr id="197" name="타원 196"/>
                <p:cNvSpPr/>
                <p:nvPr/>
              </p:nvSpPr>
              <p:spPr>
                <a:xfrm>
                  <a:off x="6061548" y="3308181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8" name="직선 연결선 197"/>
                <p:cNvCxnSpPr/>
                <p:nvPr/>
              </p:nvCxnSpPr>
              <p:spPr>
                <a:xfrm rot="5400000">
                  <a:off x="5883275" y="3590925"/>
                  <a:ext cx="463550" cy="1588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TextBox 198"/>
                <p:cNvSpPr txBox="1"/>
                <p:nvPr/>
              </p:nvSpPr>
              <p:spPr>
                <a:xfrm>
                  <a:off x="5581650" y="3835400"/>
                  <a:ext cx="106792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 err="1" smtClean="0"/>
                    <a:t>HumanoidRoot</a:t>
                  </a:r>
                  <a:endParaRPr lang="ko-KR" altLang="en-US" sz="1000" dirty="0"/>
                </a:p>
              </p:txBody>
            </p:sp>
          </p:grpSp>
        </p:grpSp>
        <p:grpSp>
          <p:nvGrpSpPr>
            <p:cNvPr id="218" name="그룹 217"/>
            <p:cNvGrpSpPr/>
            <p:nvPr/>
          </p:nvGrpSpPr>
          <p:grpSpPr>
            <a:xfrm>
              <a:off x="4429373" y="3130981"/>
              <a:ext cx="3316981" cy="246221"/>
              <a:chOff x="4429373" y="3130981"/>
              <a:chExt cx="3316981" cy="246221"/>
            </a:xfrm>
          </p:grpSpPr>
          <p:sp>
            <p:nvSpPr>
              <p:cNvPr id="13" name="타원 12"/>
              <p:cNvSpPr/>
              <p:nvPr/>
            </p:nvSpPr>
            <p:spPr>
              <a:xfrm>
                <a:off x="5728519" y="320009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6352668" y="320009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 flipH="1">
                <a:off x="4429373" y="3130981"/>
                <a:ext cx="46679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r_hip</a:t>
                </a:r>
                <a:endParaRPr lang="ko-KR" altLang="en-US" sz="1000" dirty="0"/>
              </a:p>
            </p:txBody>
          </p:sp>
          <p:cxnSp>
            <p:nvCxnSpPr>
              <p:cNvPr id="100" name="직선 연결선 99"/>
              <p:cNvCxnSpPr/>
              <p:nvPr/>
            </p:nvCxnSpPr>
            <p:spPr>
              <a:xfrm flipV="1">
                <a:off x="4896167" y="3254091"/>
                <a:ext cx="832352" cy="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TextBox 149"/>
              <p:cNvSpPr txBox="1"/>
              <p:nvPr/>
            </p:nvSpPr>
            <p:spPr>
              <a:xfrm>
                <a:off x="7292384" y="3130981"/>
                <a:ext cx="45397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l_hip</a:t>
                </a:r>
                <a:endParaRPr lang="ko-KR" altLang="en-US" sz="1000" dirty="0"/>
              </a:p>
            </p:txBody>
          </p:sp>
          <p:cxnSp>
            <p:nvCxnSpPr>
              <p:cNvPr id="203" name="직선 연결선 202"/>
              <p:cNvCxnSpPr>
                <a:stCxn id="14" idx="6"/>
                <a:endCxn id="150" idx="1"/>
              </p:cNvCxnSpPr>
              <p:nvPr/>
            </p:nvCxnSpPr>
            <p:spPr>
              <a:xfrm>
                <a:off x="6460668" y="3254091"/>
                <a:ext cx="831716" cy="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1" name="그룹 220"/>
          <p:cNvGrpSpPr/>
          <p:nvPr/>
        </p:nvGrpSpPr>
        <p:grpSpPr>
          <a:xfrm>
            <a:off x="4699000" y="604043"/>
            <a:ext cx="2713098" cy="2463957"/>
            <a:chOff x="4699000" y="604043"/>
            <a:chExt cx="2713098" cy="2463957"/>
          </a:xfrm>
        </p:grpSpPr>
        <p:grpSp>
          <p:nvGrpSpPr>
            <p:cNvPr id="222" name="그룹 405"/>
            <p:cNvGrpSpPr/>
            <p:nvPr/>
          </p:nvGrpSpPr>
          <p:grpSpPr>
            <a:xfrm>
              <a:off x="6074010" y="604043"/>
              <a:ext cx="1338088" cy="246221"/>
              <a:chOff x="6074010" y="604043"/>
              <a:chExt cx="1338088" cy="246221"/>
            </a:xfrm>
          </p:grpSpPr>
          <p:sp>
            <p:nvSpPr>
              <p:cNvPr id="346" name="타원 345"/>
              <p:cNvSpPr/>
              <p:nvPr/>
            </p:nvSpPr>
            <p:spPr>
              <a:xfrm>
                <a:off x="6074010" y="780751"/>
                <a:ext cx="67790" cy="677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47" name="직선 연결선 346"/>
              <p:cNvCxnSpPr>
                <a:stCxn id="346" idx="6"/>
                <a:endCxn id="348" idx="1"/>
              </p:cNvCxnSpPr>
              <p:nvPr/>
            </p:nvCxnSpPr>
            <p:spPr>
              <a:xfrm flipV="1">
                <a:off x="6141800" y="727154"/>
                <a:ext cx="558244" cy="87492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8" name="TextBox 347"/>
              <p:cNvSpPr txBox="1"/>
              <p:nvPr/>
            </p:nvSpPr>
            <p:spPr>
              <a:xfrm>
                <a:off x="6700044" y="604043"/>
                <a:ext cx="71205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skullbase</a:t>
                </a:r>
                <a:endParaRPr lang="ko-KR" altLang="en-US" sz="1000" dirty="0"/>
              </a:p>
            </p:txBody>
          </p:sp>
        </p:grpSp>
        <p:grpSp>
          <p:nvGrpSpPr>
            <p:cNvPr id="225" name="그룹 534"/>
            <p:cNvGrpSpPr/>
            <p:nvPr/>
          </p:nvGrpSpPr>
          <p:grpSpPr>
            <a:xfrm>
              <a:off x="4699000" y="898132"/>
              <a:ext cx="2538665" cy="2169868"/>
              <a:chOff x="4699000" y="898132"/>
              <a:chExt cx="2538665" cy="2169868"/>
            </a:xfrm>
          </p:grpSpPr>
          <p:grpSp>
            <p:nvGrpSpPr>
              <p:cNvPr id="227" name="그룹 533"/>
              <p:cNvGrpSpPr/>
              <p:nvPr/>
            </p:nvGrpSpPr>
            <p:grpSpPr>
              <a:xfrm>
                <a:off x="5436794" y="898132"/>
                <a:ext cx="1449785" cy="293842"/>
                <a:chOff x="5436794" y="898132"/>
                <a:chExt cx="1449785" cy="293842"/>
              </a:xfrm>
            </p:grpSpPr>
            <p:sp>
              <p:nvSpPr>
                <p:cNvPr id="342" name="TextBox 341"/>
                <p:cNvSpPr txBox="1"/>
                <p:nvPr/>
              </p:nvSpPr>
              <p:spPr>
                <a:xfrm>
                  <a:off x="5436794" y="945753"/>
                  <a:ext cx="37863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en-US" altLang="ko-KR" sz="1000" dirty="0" smtClean="0"/>
                    <a:t>vc4</a:t>
                  </a:r>
                  <a:endParaRPr lang="ko-KR" altLang="en-US" sz="800" dirty="0"/>
                </a:p>
              </p:txBody>
            </p:sp>
            <p:grpSp>
              <p:nvGrpSpPr>
                <p:cNvPr id="324" name="그룹 532"/>
                <p:cNvGrpSpPr/>
                <p:nvPr/>
              </p:nvGrpSpPr>
              <p:grpSpPr>
                <a:xfrm>
                  <a:off x="5815425" y="898132"/>
                  <a:ext cx="1071154" cy="246221"/>
                  <a:chOff x="5815425" y="898132"/>
                  <a:chExt cx="1071154" cy="246221"/>
                </a:xfrm>
              </p:grpSpPr>
              <p:sp>
                <p:nvSpPr>
                  <p:cNvPr id="325" name="타원 324"/>
                  <p:cNvSpPr/>
                  <p:nvPr/>
                </p:nvSpPr>
                <p:spPr>
                  <a:xfrm>
                    <a:off x="6085429" y="1088986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6" name="타원 325"/>
                  <p:cNvSpPr/>
                  <p:nvPr/>
                </p:nvSpPr>
                <p:spPr>
                  <a:xfrm>
                    <a:off x="6087343" y="931030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1" name="TextBox 330"/>
                  <p:cNvSpPr txBox="1"/>
                  <p:nvPr/>
                </p:nvSpPr>
                <p:spPr>
                  <a:xfrm>
                    <a:off x="6507949" y="898132"/>
                    <a:ext cx="378630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00" dirty="0" smtClean="0"/>
                      <a:t>vc2</a:t>
                    </a:r>
                    <a:endParaRPr lang="ko-KR" altLang="en-US" sz="800" dirty="0"/>
                  </a:p>
                </p:txBody>
              </p:sp>
              <p:cxnSp>
                <p:nvCxnSpPr>
                  <p:cNvPr id="334" name="직선 연결선 333"/>
                  <p:cNvCxnSpPr>
                    <a:stCxn id="326" idx="6"/>
                    <a:endCxn id="331" idx="1"/>
                  </p:cNvCxnSpPr>
                  <p:nvPr/>
                </p:nvCxnSpPr>
                <p:spPr>
                  <a:xfrm>
                    <a:off x="6123343" y="949030"/>
                    <a:ext cx="384606" cy="72213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직선 연결선 334"/>
                  <p:cNvCxnSpPr>
                    <a:stCxn id="325" idx="2"/>
                    <a:endCxn id="342" idx="3"/>
                  </p:cNvCxnSpPr>
                  <p:nvPr/>
                </p:nvCxnSpPr>
                <p:spPr>
                  <a:xfrm rot="10800000">
                    <a:off x="5815425" y="1068864"/>
                    <a:ext cx="270005" cy="38122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8" name="그룹 530"/>
              <p:cNvGrpSpPr/>
              <p:nvPr/>
            </p:nvGrpSpPr>
            <p:grpSpPr>
              <a:xfrm>
                <a:off x="4699000" y="1335843"/>
                <a:ext cx="2538665" cy="1732157"/>
                <a:chOff x="4699000" y="1335843"/>
                <a:chExt cx="2538665" cy="1732157"/>
              </a:xfrm>
            </p:grpSpPr>
            <p:sp>
              <p:nvSpPr>
                <p:cNvPr id="229" name="타원 228"/>
                <p:cNvSpPr/>
                <p:nvPr/>
              </p:nvSpPr>
              <p:spPr>
                <a:xfrm>
                  <a:off x="6085429" y="1335843"/>
                  <a:ext cx="36000" cy="36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33" name="그룹 528"/>
                <p:cNvGrpSpPr/>
                <p:nvPr/>
              </p:nvGrpSpPr>
              <p:grpSpPr>
                <a:xfrm>
                  <a:off x="4699000" y="1366571"/>
                  <a:ext cx="2538665" cy="1701429"/>
                  <a:chOff x="4699000" y="1366571"/>
                  <a:chExt cx="2538665" cy="1701429"/>
                </a:xfrm>
              </p:grpSpPr>
              <p:grpSp>
                <p:nvGrpSpPr>
                  <p:cNvPr id="234" name="그룹 462"/>
                  <p:cNvGrpSpPr/>
                  <p:nvPr/>
                </p:nvGrpSpPr>
                <p:grpSpPr>
                  <a:xfrm>
                    <a:off x="4699000" y="1662075"/>
                    <a:ext cx="2112819" cy="1405925"/>
                    <a:chOff x="4699000" y="1662075"/>
                    <a:chExt cx="2112819" cy="1405925"/>
                  </a:xfrm>
                </p:grpSpPr>
                <p:grpSp>
                  <p:nvGrpSpPr>
                    <p:cNvPr id="242" name="그룹 460"/>
                    <p:cNvGrpSpPr/>
                    <p:nvPr/>
                  </p:nvGrpSpPr>
                  <p:grpSpPr>
                    <a:xfrm>
                      <a:off x="5176044" y="1662075"/>
                      <a:ext cx="1635775" cy="800296"/>
                      <a:chOff x="5176044" y="1662075"/>
                      <a:chExt cx="1635775" cy="800296"/>
                    </a:xfrm>
                  </p:grpSpPr>
                  <p:grpSp>
                    <p:nvGrpSpPr>
                      <p:cNvPr id="256" name="그룹 381"/>
                      <p:cNvGrpSpPr/>
                      <p:nvPr/>
                    </p:nvGrpSpPr>
                    <p:grpSpPr>
                      <a:xfrm>
                        <a:off x="6076429" y="2216150"/>
                        <a:ext cx="735390" cy="246221"/>
                        <a:chOff x="6076429" y="2216150"/>
                        <a:chExt cx="735390" cy="246221"/>
                      </a:xfrm>
                    </p:grpSpPr>
                    <p:sp>
                      <p:nvSpPr>
                        <p:cNvPr id="320" name="타원 319"/>
                        <p:cNvSpPr/>
                        <p:nvPr/>
                      </p:nvSpPr>
                      <p:spPr>
                        <a:xfrm>
                          <a:off x="6076429" y="2335178"/>
                          <a:ext cx="54000" cy="54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cxnSp>
                      <p:nvCxnSpPr>
                        <p:cNvPr id="321" name="직선 연결선 320"/>
                        <p:cNvCxnSpPr>
                          <a:stCxn id="320" idx="6"/>
                          <a:endCxn id="322" idx="1"/>
                        </p:cNvCxnSpPr>
                        <p:nvPr/>
                      </p:nvCxnSpPr>
                      <p:spPr>
                        <a:xfrm flipV="1">
                          <a:off x="6130429" y="2339261"/>
                          <a:ext cx="318790" cy="22917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22" name="TextBox 321"/>
                        <p:cNvSpPr txBox="1"/>
                        <p:nvPr/>
                      </p:nvSpPr>
                      <p:spPr>
                        <a:xfrm>
                          <a:off x="6449219" y="2216150"/>
                          <a:ext cx="362600" cy="24622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altLang="ko-KR" sz="1000" dirty="0" smtClean="0"/>
                            <a:t>vl1</a:t>
                          </a:r>
                          <a:endParaRPr lang="ko-KR" altLang="en-US" sz="1000" dirty="0"/>
                        </a:p>
                      </p:txBody>
                    </p:sp>
                  </p:grpSp>
                  <p:grpSp>
                    <p:nvGrpSpPr>
                      <p:cNvPr id="257" name="그룹 441"/>
                      <p:cNvGrpSpPr/>
                      <p:nvPr/>
                    </p:nvGrpSpPr>
                    <p:grpSpPr>
                      <a:xfrm>
                        <a:off x="5176044" y="1662075"/>
                        <a:ext cx="940623" cy="585191"/>
                        <a:chOff x="3575844" y="1868450"/>
                        <a:chExt cx="940623" cy="585191"/>
                      </a:xfrm>
                    </p:grpSpPr>
                    <p:sp>
                      <p:nvSpPr>
                        <p:cNvPr id="299" name="타원 298"/>
                        <p:cNvSpPr/>
                        <p:nvPr/>
                      </p:nvSpPr>
                      <p:spPr>
                        <a:xfrm>
                          <a:off x="4480467" y="186845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300" name="타원 299"/>
                        <p:cNvSpPr/>
                        <p:nvPr/>
                      </p:nvSpPr>
                      <p:spPr>
                        <a:xfrm>
                          <a:off x="4480467" y="2211351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cxnSp>
                      <p:nvCxnSpPr>
                        <p:cNvPr id="301" name="직선 연결선 300"/>
                        <p:cNvCxnSpPr>
                          <a:stCxn id="299" idx="2"/>
                          <a:endCxn id="302" idx="3"/>
                        </p:cNvCxnSpPr>
                        <p:nvPr/>
                      </p:nvCxnSpPr>
                      <p:spPr>
                        <a:xfrm rot="10800000" flipV="1">
                          <a:off x="4034489" y="1886450"/>
                          <a:ext cx="445979" cy="115472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02" name="TextBox 301"/>
                        <p:cNvSpPr txBox="1"/>
                        <p:nvPr/>
                      </p:nvSpPr>
                      <p:spPr>
                        <a:xfrm>
                          <a:off x="3671888" y="1878811"/>
                          <a:ext cx="362600" cy="24622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altLang="ko-KR" sz="1000" dirty="0" smtClean="0"/>
                            <a:t>vt6</a:t>
                          </a:r>
                          <a:endParaRPr lang="ko-KR" altLang="en-US" sz="800" dirty="0"/>
                        </a:p>
                      </p:txBody>
                    </p:sp>
                    <p:cxnSp>
                      <p:nvCxnSpPr>
                        <p:cNvPr id="303" name="직선 연결선 302"/>
                        <p:cNvCxnSpPr>
                          <a:endCxn id="304" idx="3"/>
                        </p:cNvCxnSpPr>
                        <p:nvPr/>
                      </p:nvCxnSpPr>
                      <p:spPr>
                        <a:xfrm rot="10800000" flipV="1">
                          <a:off x="4033694" y="2229349"/>
                          <a:ext cx="456230" cy="101181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04" name="TextBox 303"/>
                        <p:cNvSpPr txBox="1"/>
                        <p:nvPr/>
                      </p:nvSpPr>
                      <p:spPr>
                        <a:xfrm>
                          <a:off x="3575844" y="2207420"/>
                          <a:ext cx="457850" cy="24622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altLang="ko-KR" sz="1000" dirty="0" smtClean="0"/>
                            <a:t>vt10</a:t>
                          </a:r>
                          <a:endParaRPr lang="ko-KR" altLang="en-US" sz="800" dirty="0"/>
                        </a:p>
                      </p:txBody>
                    </p:sp>
                  </p:grpSp>
                </p:grpSp>
                <p:grpSp>
                  <p:nvGrpSpPr>
                    <p:cNvPr id="243" name="그룹 461"/>
                    <p:cNvGrpSpPr/>
                    <p:nvPr/>
                  </p:nvGrpSpPr>
                  <p:grpSpPr>
                    <a:xfrm>
                      <a:off x="4699000" y="2493964"/>
                      <a:ext cx="2112819" cy="574036"/>
                      <a:chOff x="4699000" y="2493964"/>
                      <a:chExt cx="2112819" cy="574036"/>
                    </a:xfrm>
                  </p:grpSpPr>
                  <p:grpSp>
                    <p:nvGrpSpPr>
                      <p:cNvPr id="244" name="그룹 379"/>
                      <p:cNvGrpSpPr/>
                      <p:nvPr/>
                    </p:nvGrpSpPr>
                    <p:grpSpPr>
                      <a:xfrm>
                        <a:off x="6076429" y="2493964"/>
                        <a:ext cx="735390" cy="246221"/>
                        <a:chOff x="6076429" y="2493964"/>
                        <a:chExt cx="735390" cy="246221"/>
                      </a:xfrm>
                    </p:grpSpPr>
                    <p:sp>
                      <p:nvSpPr>
                        <p:cNvPr id="253" name="타원 252"/>
                        <p:cNvSpPr/>
                        <p:nvPr/>
                      </p:nvSpPr>
                      <p:spPr>
                        <a:xfrm>
                          <a:off x="6076429" y="2609124"/>
                          <a:ext cx="54000" cy="54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cxnSp>
                      <p:nvCxnSpPr>
                        <p:cNvPr id="254" name="직선 연결선 253"/>
                        <p:cNvCxnSpPr>
                          <a:stCxn id="253" idx="6"/>
                          <a:endCxn id="255" idx="1"/>
                        </p:cNvCxnSpPr>
                        <p:nvPr/>
                      </p:nvCxnSpPr>
                      <p:spPr>
                        <a:xfrm flipV="1">
                          <a:off x="6130429" y="2617075"/>
                          <a:ext cx="318790" cy="19049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55" name="TextBox 254"/>
                        <p:cNvSpPr txBox="1"/>
                        <p:nvPr/>
                      </p:nvSpPr>
                      <p:spPr>
                        <a:xfrm>
                          <a:off x="6449219" y="2493964"/>
                          <a:ext cx="362600" cy="24622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altLang="ko-KR" sz="1000" dirty="0" smtClean="0"/>
                            <a:t>vl3</a:t>
                          </a:r>
                          <a:endParaRPr lang="ko-KR" altLang="en-US" sz="1000" dirty="0"/>
                        </a:p>
                      </p:txBody>
                    </p:sp>
                  </p:grpSp>
                  <p:grpSp>
                    <p:nvGrpSpPr>
                      <p:cNvPr id="245" name="그룹 348"/>
                      <p:cNvGrpSpPr/>
                      <p:nvPr/>
                    </p:nvGrpSpPr>
                    <p:grpSpPr>
                      <a:xfrm>
                        <a:off x="4699000" y="2821779"/>
                        <a:ext cx="1431429" cy="246221"/>
                        <a:chOff x="4699000" y="2821779"/>
                        <a:chExt cx="1431429" cy="246221"/>
                      </a:xfrm>
                    </p:grpSpPr>
                    <p:sp>
                      <p:nvSpPr>
                        <p:cNvPr id="250" name="타원 249"/>
                        <p:cNvSpPr/>
                        <p:nvPr/>
                      </p:nvSpPr>
                      <p:spPr>
                        <a:xfrm>
                          <a:off x="6076429" y="2917889"/>
                          <a:ext cx="54000" cy="54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cxnSp>
                      <p:nvCxnSpPr>
                        <p:cNvPr id="251" name="직선 연결선 250"/>
                        <p:cNvCxnSpPr>
                          <a:endCxn id="252" idx="3"/>
                        </p:cNvCxnSpPr>
                        <p:nvPr/>
                      </p:nvCxnSpPr>
                      <p:spPr>
                        <a:xfrm rot="10800000" flipV="1">
                          <a:off x="5156851" y="2944480"/>
                          <a:ext cx="919579" cy="409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52" name="TextBox 251"/>
                        <p:cNvSpPr txBox="1"/>
                        <p:nvPr/>
                      </p:nvSpPr>
                      <p:spPr>
                        <a:xfrm>
                          <a:off x="4699000" y="2821779"/>
                          <a:ext cx="457850" cy="24622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altLang="ko-KR" sz="1000" dirty="0" smtClean="0"/>
                            <a:t>vl5</a:t>
                          </a:r>
                          <a:endParaRPr lang="ko-KR" altLang="en-US" sz="1000" dirty="0"/>
                        </a:p>
                      </p:txBody>
                    </p:sp>
                  </p:grpSp>
                </p:grpSp>
              </p:grpSp>
              <p:grpSp>
                <p:nvGrpSpPr>
                  <p:cNvPr id="235" name="그룹 527"/>
                  <p:cNvGrpSpPr/>
                  <p:nvPr/>
                </p:nvGrpSpPr>
                <p:grpSpPr>
                  <a:xfrm>
                    <a:off x="6116157" y="1366571"/>
                    <a:ext cx="1121508" cy="473500"/>
                    <a:chOff x="6116157" y="1366571"/>
                    <a:chExt cx="1121508" cy="473500"/>
                  </a:xfrm>
                </p:grpSpPr>
                <p:cxnSp>
                  <p:nvCxnSpPr>
                    <p:cNvPr id="236" name="직선 연결선 235"/>
                    <p:cNvCxnSpPr>
                      <a:stCxn id="229" idx="5"/>
                      <a:endCxn id="241" idx="1"/>
                    </p:cNvCxnSpPr>
                    <p:nvPr/>
                  </p:nvCxnSpPr>
                  <p:spPr>
                    <a:xfrm rot="16200000" flipH="1">
                      <a:off x="6320416" y="1162312"/>
                      <a:ext cx="350390" cy="758908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1" name="TextBox 240"/>
                    <p:cNvSpPr txBox="1"/>
                    <p:nvPr/>
                  </p:nvSpPr>
                  <p:spPr>
                    <a:xfrm>
                      <a:off x="6875065" y="1593850"/>
                      <a:ext cx="36260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000" dirty="0" smtClean="0"/>
                        <a:t>vt1</a:t>
                      </a:r>
                      <a:endParaRPr lang="ko-KR" altLang="en-US" sz="1000" dirty="0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15"/>
          <p:cNvSpPr txBox="1"/>
          <p:nvPr/>
        </p:nvSpPr>
        <p:spPr>
          <a:xfrm>
            <a:off x="304799" y="281940"/>
            <a:ext cx="27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/>
              <a:t>LOA-3</a:t>
            </a:r>
            <a:endParaRPr lang="ko-KR" altLang="en-US" sz="2000" b="1" dirty="0"/>
          </a:p>
        </p:txBody>
      </p:sp>
      <p:grpSp>
        <p:nvGrpSpPr>
          <p:cNvPr id="240" name="그룹 239"/>
          <p:cNvGrpSpPr/>
          <p:nvPr/>
        </p:nvGrpSpPr>
        <p:grpSpPr>
          <a:xfrm>
            <a:off x="2676000" y="0"/>
            <a:ext cx="6840000" cy="6858000"/>
            <a:chOff x="2676000" y="0"/>
            <a:chExt cx="6840000" cy="6858000"/>
          </a:xfrm>
        </p:grpSpPr>
        <p:grpSp>
          <p:nvGrpSpPr>
            <p:cNvPr id="608" name="그룹 607"/>
            <p:cNvGrpSpPr/>
            <p:nvPr/>
          </p:nvGrpSpPr>
          <p:grpSpPr>
            <a:xfrm>
              <a:off x="2676000" y="0"/>
              <a:ext cx="6840000" cy="6858000"/>
              <a:chOff x="2676000" y="0"/>
              <a:chExt cx="6840000" cy="6858000"/>
            </a:xfrm>
          </p:grpSpPr>
          <p:sp>
            <p:nvSpPr>
              <p:cNvPr id="609" name="직사각형 608"/>
              <p:cNvSpPr/>
              <p:nvPr/>
            </p:nvSpPr>
            <p:spPr>
              <a:xfrm>
                <a:off x="2676000" y="9000"/>
                <a:ext cx="6840000" cy="684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610" name="Picture 2" descr="C:\Users\lmj\Desktop\1_VRlab\2017-06-17(인체관절그림수정)\LOA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164205" y="0"/>
                <a:ext cx="5863590" cy="6858000"/>
              </a:xfrm>
              <a:prstGeom prst="rect">
                <a:avLst/>
              </a:prstGeom>
              <a:noFill/>
            </p:spPr>
          </p:pic>
        </p:grpSp>
        <p:sp>
          <p:nvSpPr>
            <p:cNvPr id="9" name="타원 8"/>
            <p:cNvSpPr/>
            <p:nvPr/>
          </p:nvSpPr>
          <p:spPr>
            <a:xfrm>
              <a:off x="5310434" y="264415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/>
            <p:cNvSpPr/>
            <p:nvPr/>
          </p:nvSpPr>
          <p:spPr>
            <a:xfrm>
              <a:off x="6815773" y="264415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5279331" y="350412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812662" y="350412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>
              <a:off x="5773853" y="470777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>
              <a:off x="6336800" y="470777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연결선 31"/>
            <p:cNvCxnSpPr/>
            <p:nvPr/>
          </p:nvCxnSpPr>
          <p:spPr>
            <a:xfrm flipV="1">
              <a:off x="6198394" y="171450"/>
              <a:ext cx="416719" cy="18415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>
              <a:off x="6731000" y="136525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6870700" y="26924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6889750" y="35560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6375400" y="47498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>
              <a:stCxn id="258" idx="3"/>
              <a:endCxn id="82" idx="1"/>
            </p:cNvCxnSpPr>
            <p:nvPr/>
          </p:nvCxnSpPr>
          <p:spPr>
            <a:xfrm rot="5400000" flipH="1" flipV="1">
              <a:off x="6427215" y="5432790"/>
              <a:ext cx="319946" cy="60195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 flipH="1">
              <a:off x="4648200" y="26924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 flipH="1">
              <a:off x="4629150" y="35560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 flipH="1">
              <a:off x="5143500" y="4749800"/>
              <a:ext cx="704850" cy="15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6623844" y="46832"/>
              <a:ext cx="7938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l_eyebrow</a:t>
              </a:r>
              <a:endParaRPr lang="ko-KR" altLang="en-US" sz="1000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454900" y="1225550"/>
              <a:ext cx="12763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l_acromioclavicular</a:t>
              </a:r>
              <a:endParaRPr lang="ko-KR" altLang="en-US" sz="10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588250" y="2565400"/>
              <a:ext cx="6206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mtClean="0"/>
                <a:t>l_elbow</a:t>
              </a:r>
              <a:endParaRPr lang="ko-KR" altLang="en-US" sz="1000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594600" y="3429000"/>
              <a:ext cx="9188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l_radiocarpal</a:t>
              </a:r>
              <a:endParaRPr lang="ko-KR" altLang="en-US" sz="1000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888163" y="5450681"/>
              <a:ext cx="81624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l_talocrural</a:t>
              </a:r>
              <a:endParaRPr lang="ko-KR" altLang="en-US" sz="1000" dirty="0"/>
            </a:p>
          </p:txBody>
        </p:sp>
        <p:sp>
          <p:nvSpPr>
            <p:cNvPr id="71" name="타원 70"/>
            <p:cNvSpPr/>
            <p:nvPr/>
          </p:nvSpPr>
          <p:spPr>
            <a:xfrm>
              <a:off x="6711629" y="133981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/>
            <p:cNvSpPr/>
            <p:nvPr/>
          </p:nvSpPr>
          <p:spPr>
            <a:xfrm>
              <a:off x="6694961" y="144935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/>
            <p:cNvSpPr/>
            <p:nvPr/>
          </p:nvSpPr>
          <p:spPr>
            <a:xfrm>
              <a:off x="6201248" y="125700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/>
            <p:cNvCxnSpPr>
              <a:endCxn id="106" idx="1"/>
            </p:cNvCxnSpPr>
            <p:nvPr/>
          </p:nvCxnSpPr>
          <p:spPr>
            <a:xfrm flipV="1">
              <a:off x="6216650" y="1043861"/>
              <a:ext cx="1073150" cy="26424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7289800" y="920750"/>
              <a:ext cx="11993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l_sternoclavicular</a:t>
              </a:r>
              <a:endParaRPr lang="ko-KR" altLang="en-US" sz="1000" dirty="0"/>
            </a:p>
          </p:txBody>
        </p:sp>
        <p:cxnSp>
          <p:nvCxnSpPr>
            <p:cNvPr id="112" name="직선 연결선 111"/>
            <p:cNvCxnSpPr>
              <a:endCxn id="113" idx="1"/>
            </p:cNvCxnSpPr>
            <p:nvPr/>
          </p:nvCxnSpPr>
          <p:spPr>
            <a:xfrm>
              <a:off x="6711950" y="1479550"/>
              <a:ext cx="685800" cy="977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7397750" y="1454150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l_shoulder</a:t>
              </a:r>
              <a:endParaRPr lang="ko-KR" altLang="en-US" sz="1000" dirty="0"/>
            </a:p>
          </p:txBody>
        </p:sp>
        <p:grpSp>
          <p:nvGrpSpPr>
            <p:cNvPr id="3" name="그룹 159"/>
            <p:cNvGrpSpPr/>
            <p:nvPr/>
          </p:nvGrpSpPr>
          <p:grpSpPr>
            <a:xfrm flipH="1">
              <a:off x="3489798" y="927100"/>
              <a:ext cx="2529963" cy="779621"/>
              <a:chOff x="7210898" y="1676400"/>
              <a:chExt cx="2529963" cy="779621"/>
            </a:xfrm>
          </p:grpSpPr>
          <p:cxnSp>
            <p:nvCxnSpPr>
              <p:cNvPr id="161" name="직선 연결선 160"/>
              <p:cNvCxnSpPr/>
              <p:nvPr/>
            </p:nvCxnSpPr>
            <p:spPr>
              <a:xfrm>
                <a:off x="7740650" y="2120900"/>
                <a:ext cx="704850" cy="1588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TextBox 161"/>
              <p:cNvSpPr txBox="1"/>
              <p:nvPr/>
            </p:nvSpPr>
            <p:spPr>
              <a:xfrm>
                <a:off x="8451726" y="1981200"/>
                <a:ext cx="128913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r_acromioclavicular</a:t>
                </a:r>
                <a:endParaRPr lang="ko-KR" altLang="en-US" sz="1000" dirty="0"/>
              </a:p>
            </p:txBody>
          </p:sp>
          <p:sp>
            <p:nvSpPr>
              <p:cNvPr id="163" name="타원 162"/>
              <p:cNvSpPr/>
              <p:nvPr/>
            </p:nvSpPr>
            <p:spPr>
              <a:xfrm>
                <a:off x="7721279" y="2095465"/>
                <a:ext cx="54000" cy="5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타원 163"/>
              <p:cNvSpPr/>
              <p:nvPr/>
            </p:nvSpPr>
            <p:spPr>
              <a:xfrm>
                <a:off x="7704611" y="2205002"/>
                <a:ext cx="54000" cy="5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타원 164"/>
              <p:cNvSpPr/>
              <p:nvPr/>
            </p:nvSpPr>
            <p:spPr>
              <a:xfrm>
                <a:off x="7210898" y="200630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66" name="직선 연결선 165"/>
              <p:cNvCxnSpPr>
                <a:endCxn id="167" idx="1"/>
              </p:cNvCxnSpPr>
              <p:nvPr/>
            </p:nvCxnSpPr>
            <p:spPr>
              <a:xfrm flipV="1">
                <a:off x="7226300" y="1799511"/>
                <a:ext cx="1073150" cy="264240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TextBox 166"/>
              <p:cNvSpPr txBox="1"/>
              <p:nvPr/>
            </p:nvSpPr>
            <p:spPr>
              <a:xfrm>
                <a:off x="8299450" y="1676400"/>
                <a:ext cx="11993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r_sternoclavicular</a:t>
                </a:r>
                <a:endParaRPr lang="ko-KR" altLang="en-US" sz="1000" dirty="0"/>
              </a:p>
            </p:txBody>
          </p:sp>
          <p:cxnSp>
            <p:nvCxnSpPr>
              <p:cNvPr id="168" name="직선 연결선 167"/>
              <p:cNvCxnSpPr>
                <a:endCxn id="169" idx="1"/>
              </p:cNvCxnSpPr>
              <p:nvPr/>
            </p:nvCxnSpPr>
            <p:spPr>
              <a:xfrm rot="10800000" flipH="1" flipV="1">
                <a:off x="7721600" y="2235199"/>
                <a:ext cx="672976" cy="9771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TextBox 168"/>
              <p:cNvSpPr txBox="1"/>
              <p:nvPr/>
            </p:nvSpPr>
            <p:spPr>
              <a:xfrm>
                <a:off x="8394576" y="2209800"/>
                <a:ext cx="78739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r_shoulder</a:t>
                </a:r>
                <a:endParaRPr lang="ko-KR" altLang="en-US" sz="1000" dirty="0"/>
              </a:p>
            </p:txBody>
          </p:sp>
        </p:grpSp>
        <p:sp>
          <p:nvSpPr>
            <p:cNvPr id="171" name="타원 170"/>
            <p:cNvSpPr/>
            <p:nvPr/>
          </p:nvSpPr>
          <p:spPr>
            <a:xfrm>
              <a:off x="6327770" y="6013256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타원 171"/>
            <p:cNvSpPr/>
            <p:nvPr/>
          </p:nvSpPr>
          <p:spPr>
            <a:xfrm>
              <a:off x="6351582" y="6103744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타원 172"/>
            <p:cNvSpPr/>
            <p:nvPr/>
          </p:nvSpPr>
          <p:spPr>
            <a:xfrm>
              <a:off x="6368251" y="618946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8" name="직선 연결선 177"/>
            <p:cNvCxnSpPr>
              <a:stCxn id="171" idx="6"/>
              <a:endCxn id="179" idx="1"/>
            </p:cNvCxnSpPr>
            <p:nvPr/>
          </p:nvCxnSpPr>
          <p:spPr>
            <a:xfrm flipV="1">
              <a:off x="6381770" y="5780961"/>
              <a:ext cx="501629" cy="259295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/>
            <p:cNvSpPr txBox="1"/>
            <p:nvPr/>
          </p:nvSpPr>
          <p:spPr>
            <a:xfrm>
              <a:off x="6883399" y="5657850"/>
              <a:ext cx="11676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 smtClean="0"/>
                <a:t>l_tarsometatarsal</a:t>
              </a:r>
              <a:endParaRPr lang="ko-KR" altLang="en-US" sz="1000" dirty="0"/>
            </a:p>
          </p:txBody>
        </p:sp>
        <p:cxnSp>
          <p:nvCxnSpPr>
            <p:cNvPr id="181" name="직선 연결선 180"/>
            <p:cNvCxnSpPr>
              <a:stCxn id="172" idx="6"/>
              <a:endCxn id="182" idx="1"/>
            </p:cNvCxnSpPr>
            <p:nvPr/>
          </p:nvCxnSpPr>
          <p:spPr>
            <a:xfrm flipV="1">
              <a:off x="6405582" y="5992891"/>
              <a:ext cx="480200" cy="13785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/>
            <p:cNvSpPr txBox="1"/>
            <p:nvPr/>
          </p:nvSpPr>
          <p:spPr>
            <a:xfrm>
              <a:off x="6885782" y="5869780"/>
              <a:ext cx="15152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 smtClean="0"/>
                <a:t>l_metatarsophalangeal</a:t>
              </a:r>
              <a:endParaRPr lang="ko-KR" altLang="en-US" sz="1000" dirty="0"/>
            </a:p>
          </p:txBody>
        </p:sp>
        <p:cxnSp>
          <p:nvCxnSpPr>
            <p:cNvPr id="184" name="직선 연결선 183"/>
            <p:cNvCxnSpPr>
              <a:stCxn id="173" idx="6"/>
              <a:endCxn id="185" idx="1"/>
            </p:cNvCxnSpPr>
            <p:nvPr/>
          </p:nvCxnSpPr>
          <p:spPr>
            <a:xfrm flipV="1">
              <a:off x="6422251" y="6211968"/>
              <a:ext cx="454004" cy="450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/>
            <p:cNvSpPr txBox="1"/>
            <p:nvPr/>
          </p:nvSpPr>
          <p:spPr>
            <a:xfrm>
              <a:off x="6876255" y="6088857"/>
              <a:ext cx="1705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 smtClean="0"/>
                <a:t>l_tarsal_interphalangeal</a:t>
              </a:r>
              <a:endParaRPr lang="ko-KR" altLang="en-US" sz="1000" dirty="0"/>
            </a:p>
          </p:txBody>
        </p:sp>
        <p:sp>
          <p:nvSpPr>
            <p:cNvPr id="209" name="타원 208"/>
            <p:cNvSpPr/>
            <p:nvPr/>
          </p:nvSpPr>
          <p:spPr>
            <a:xfrm>
              <a:off x="6725915" y="365200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타원 209"/>
            <p:cNvSpPr/>
            <p:nvPr/>
          </p:nvSpPr>
          <p:spPr>
            <a:xfrm>
              <a:off x="6823546" y="3706777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타원 210"/>
            <p:cNvSpPr/>
            <p:nvPr/>
          </p:nvSpPr>
          <p:spPr>
            <a:xfrm>
              <a:off x="6678290" y="374725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타원 211"/>
            <p:cNvSpPr/>
            <p:nvPr/>
          </p:nvSpPr>
          <p:spPr>
            <a:xfrm>
              <a:off x="6640190" y="3849651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타원 212"/>
            <p:cNvSpPr/>
            <p:nvPr/>
          </p:nvSpPr>
          <p:spPr>
            <a:xfrm>
              <a:off x="6814020" y="384250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타원 213"/>
            <p:cNvSpPr/>
            <p:nvPr/>
          </p:nvSpPr>
          <p:spPr>
            <a:xfrm>
              <a:off x="6764013" y="394966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5" name="타원 214"/>
            <p:cNvSpPr/>
            <p:nvPr/>
          </p:nvSpPr>
          <p:spPr>
            <a:xfrm>
              <a:off x="6673526" y="400205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7" name="직선 연결선 216"/>
            <p:cNvCxnSpPr>
              <a:endCxn id="210" idx="5"/>
            </p:cNvCxnSpPr>
            <p:nvPr/>
          </p:nvCxnSpPr>
          <p:spPr>
            <a:xfrm>
              <a:off x="6760059" y="3686958"/>
              <a:ext cx="109579" cy="659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>
              <a:endCxn id="213" idx="5"/>
            </p:cNvCxnSpPr>
            <p:nvPr/>
          </p:nvCxnSpPr>
          <p:spPr>
            <a:xfrm>
              <a:off x="6710053" y="3782208"/>
              <a:ext cx="150059" cy="10639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>
              <a:endCxn id="225" idx="1"/>
            </p:cNvCxnSpPr>
            <p:nvPr/>
          </p:nvCxnSpPr>
          <p:spPr>
            <a:xfrm>
              <a:off x="6848971" y="3733777"/>
              <a:ext cx="376535" cy="297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>
              <a:endCxn id="231" idx="1"/>
            </p:cNvCxnSpPr>
            <p:nvPr/>
          </p:nvCxnSpPr>
          <p:spPr>
            <a:xfrm>
              <a:off x="6846094" y="3876674"/>
              <a:ext cx="363537" cy="2676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Box 224"/>
            <p:cNvSpPr txBox="1"/>
            <p:nvPr/>
          </p:nvSpPr>
          <p:spPr>
            <a:xfrm>
              <a:off x="7225506" y="3629025"/>
              <a:ext cx="150073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l_carpometacarpal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7209631" y="3795713"/>
              <a:ext cx="17299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l_metacarpophalangeal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cxnSp>
          <p:nvCxnSpPr>
            <p:cNvPr id="232" name="직선 연결선 231"/>
            <p:cNvCxnSpPr>
              <a:endCxn id="233" idx="1"/>
            </p:cNvCxnSpPr>
            <p:nvPr/>
          </p:nvCxnSpPr>
          <p:spPr>
            <a:xfrm>
              <a:off x="6778643" y="3970474"/>
              <a:ext cx="346374" cy="9107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7125017" y="3953828"/>
              <a:ext cx="23566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err="1" smtClean="0"/>
                <a:t>l_carpal_proximal_interphalangeal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cxnSp>
          <p:nvCxnSpPr>
            <p:cNvPr id="237" name="직선 연결선 236"/>
            <p:cNvCxnSpPr>
              <a:endCxn id="238" idx="1"/>
            </p:cNvCxnSpPr>
            <p:nvPr/>
          </p:nvCxnSpPr>
          <p:spPr>
            <a:xfrm>
              <a:off x="6701332" y="4017148"/>
              <a:ext cx="274143" cy="2291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6975475" y="4138614"/>
              <a:ext cx="23566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err="1" smtClean="0"/>
                <a:t>l_carpal_distal_interphalangeal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grpSp>
          <p:nvGrpSpPr>
            <p:cNvPr id="4" name="그룹 263"/>
            <p:cNvGrpSpPr/>
            <p:nvPr/>
          </p:nvGrpSpPr>
          <p:grpSpPr>
            <a:xfrm flipH="1">
              <a:off x="3607098" y="5444500"/>
              <a:ext cx="2254255" cy="884397"/>
              <a:chOff x="8865230" y="4894421"/>
              <a:chExt cx="2254255" cy="884397"/>
            </a:xfrm>
          </p:grpSpPr>
          <p:cxnSp>
            <p:nvCxnSpPr>
              <p:cNvPr id="265" name="직선 연결선 264"/>
              <p:cNvCxnSpPr>
                <a:stCxn id="260" idx="7"/>
                <a:endCxn id="266" idx="1"/>
              </p:cNvCxnSpPr>
              <p:nvPr/>
            </p:nvCxnSpPr>
            <p:spPr>
              <a:xfrm rot="5400000" flipH="1" flipV="1">
                <a:off x="9037596" y="4879265"/>
                <a:ext cx="249759" cy="526294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TextBox 265"/>
              <p:cNvSpPr txBox="1"/>
              <p:nvPr/>
            </p:nvSpPr>
            <p:spPr>
              <a:xfrm>
                <a:off x="9425623" y="4894421"/>
                <a:ext cx="82907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r_talocrural</a:t>
                </a:r>
                <a:endParaRPr lang="ko-KR" altLang="en-US" sz="1000" dirty="0"/>
              </a:p>
            </p:txBody>
          </p:sp>
          <p:sp>
            <p:nvSpPr>
              <p:cNvPr id="268" name="타원 267"/>
              <p:cNvSpPr/>
              <p:nvPr/>
            </p:nvSpPr>
            <p:spPr>
              <a:xfrm>
                <a:off x="8865230" y="5456996"/>
                <a:ext cx="54000" cy="5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/>
              </a:p>
            </p:txBody>
          </p:sp>
          <p:sp>
            <p:nvSpPr>
              <p:cNvPr id="269" name="타원 268"/>
              <p:cNvSpPr/>
              <p:nvPr/>
            </p:nvSpPr>
            <p:spPr>
              <a:xfrm>
                <a:off x="8889042" y="5547484"/>
                <a:ext cx="54000" cy="5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/>
              </a:p>
            </p:txBody>
          </p:sp>
          <p:sp>
            <p:nvSpPr>
              <p:cNvPr id="270" name="타원 269"/>
              <p:cNvSpPr/>
              <p:nvPr/>
            </p:nvSpPr>
            <p:spPr>
              <a:xfrm>
                <a:off x="8905711" y="5633209"/>
                <a:ext cx="54000" cy="5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/>
              </a:p>
            </p:txBody>
          </p:sp>
          <p:cxnSp>
            <p:nvCxnSpPr>
              <p:cNvPr id="271" name="직선 연결선 270"/>
              <p:cNvCxnSpPr>
                <a:stCxn id="268" idx="6"/>
                <a:endCxn id="272" idx="1"/>
              </p:cNvCxnSpPr>
              <p:nvPr/>
            </p:nvCxnSpPr>
            <p:spPr>
              <a:xfrm rot="10800000" flipH="1">
                <a:off x="8919229" y="5224702"/>
                <a:ext cx="501629" cy="259295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2" name="TextBox 271"/>
              <p:cNvSpPr txBox="1"/>
              <p:nvPr/>
            </p:nvSpPr>
            <p:spPr>
              <a:xfrm>
                <a:off x="9420859" y="5101590"/>
                <a:ext cx="11985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r_tarsometatarsal</a:t>
                </a:r>
                <a:endParaRPr lang="ko-KR" altLang="en-US" sz="1000" dirty="0"/>
              </a:p>
            </p:txBody>
          </p:sp>
          <p:cxnSp>
            <p:nvCxnSpPr>
              <p:cNvPr id="273" name="직선 연결선 272"/>
              <p:cNvCxnSpPr>
                <a:stCxn id="269" idx="6"/>
                <a:endCxn id="274" idx="1"/>
              </p:cNvCxnSpPr>
              <p:nvPr/>
            </p:nvCxnSpPr>
            <p:spPr>
              <a:xfrm flipV="1">
                <a:off x="8943042" y="5436631"/>
                <a:ext cx="480200" cy="137853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TextBox 273"/>
              <p:cNvSpPr txBox="1"/>
              <p:nvPr/>
            </p:nvSpPr>
            <p:spPr>
              <a:xfrm>
                <a:off x="9423242" y="5313520"/>
                <a:ext cx="151526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r_metatarsophalangeal</a:t>
                </a:r>
                <a:endParaRPr lang="ko-KR" altLang="en-US" sz="1000" dirty="0"/>
              </a:p>
            </p:txBody>
          </p:sp>
          <p:cxnSp>
            <p:nvCxnSpPr>
              <p:cNvPr id="275" name="직선 연결선 274"/>
              <p:cNvCxnSpPr>
                <a:stCxn id="270" idx="6"/>
                <a:endCxn id="276" idx="1"/>
              </p:cNvCxnSpPr>
              <p:nvPr/>
            </p:nvCxnSpPr>
            <p:spPr>
              <a:xfrm flipV="1">
                <a:off x="8959711" y="5655708"/>
                <a:ext cx="454004" cy="450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6" name="TextBox 275"/>
              <p:cNvSpPr txBox="1"/>
              <p:nvPr/>
            </p:nvSpPr>
            <p:spPr>
              <a:xfrm>
                <a:off x="9413715" y="5532597"/>
                <a:ext cx="170577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r_tarsar_interphalangeal</a:t>
                </a:r>
                <a:endParaRPr lang="ko-KR" altLang="en-US" sz="1000" dirty="0"/>
              </a:p>
            </p:txBody>
          </p:sp>
        </p:grpSp>
        <p:sp>
          <p:nvSpPr>
            <p:cNvPr id="278" name="타원 277"/>
            <p:cNvSpPr/>
            <p:nvPr/>
          </p:nvSpPr>
          <p:spPr>
            <a:xfrm flipH="1">
              <a:off x="5391130" y="364438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79" name="타원 278"/>
            <p:cNvSpPr/>
            <p:nvPr/>
          </p:nvSpPr>
          <p:spPr>
            <a:xfrm flipH="1">
              <a:off x="5293499" y="3699157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80" name="타원 279"/>
            <p:cNvSpPr/>
            <p:nvPr/>
          </p:nvSpPr>
          <p:spPr>
            <a:xfrm flipH="1">
              <a:off x="5438755" y="373963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81" name="타원 280"/>
            <p:cNvSpPr/>
            <p:nvPr/>
          </p:nvSpPr>
          <p:spPr>
            <a:xfrm flipH="1">
              <a:off x="5476855" y="3842031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82" name="타원 281"/>
            <p:cNvSpPr/>
            <p:nvPr/>
          </p:nvSpPr>
          <p:spPr>
            <a:xfrm flipH="1">
              <a:off x="5303025" y="383488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83" name="타원 282"/>
            <p:cNvSpPr/>
            <p:nvPr/>
          </p:nvSpPr>
          <p:spPr>
            <a:xfrm flipH="1">
              <a:off x="5353032" y="394204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84" name="타원 283"/>
            <p:cNvSpPr/>
            <p:nvPr/>
          </p:nvSpPr>
          <p:spPr>
            <a:xfrm flipH="1">
              <a:off x="5443519" y="399443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285" name="직선 연결선 284"/>
            <p:cNvCxnSpPr>
              <a:endCxn id="279" idx="5"/>
            </p:cNvCxnSpPr>
            <p:nvPr/>
          </p:nvCxnSpPr>
          <p:spPr>
            <a:xfrm flipH="1">
              <a:off x="5301407" y="3679338"/>
              <a:ext cx="109579" cy="659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/>
            <p:cNvCxnSpPr>
              <a:endCxn id="282" idx="5"/>
            </p:cNvCxnSpPr>
            <p:nvPr/>
          </p:nvCxnSpPr>
          <p:spPr>
            <a:xfrm flipH="1">
              <a:off x="5310933" y="3774588"/>
              <a:ext cx="150059" cy="10639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>
              <a:endCxn id="289" idx="1"/>
            </p:cNvCxnSpPr>
            <p:nvPr/>
          </p:nvCxnSpPr>
          <p:spPr>
            <a:xfrm rot="10800000" flipV="1">
              <a:off x="4945541" y="3726157"/>
              <a:ext cx="376537" cy="297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>
              <a:endCxn id="290" idx="1"/>
            </p:cNvCxnSpPr>
            <p:nvPr/>
          </p:nvCxnSpPr>
          <p:spPr>
            <a:xfrm rot="10800000" flipV="1">
              <a:off x="4961414" y="3869053"/>
              <a:ext cx="363538" cy="26762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TextBox 288"/>
            <p:cNvSpPr txBox="1"/>
            <p:nvPr/>
          </p:nvSpPr>
          <p:spPr>
            <a:xfrm flipH="1">
              <a:off x="3433588" y="3621405"/>
              <a:ext cx="151195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r_carpometacarpal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290" name="TextBox 289"/>
            <p:cNvSpPr txBox="1"/>
            <p:nvPr/>
          </p:nvSpPr>
          <p:spPr>
            <a:xfrm flipH="1">
              <a:off x="3220232" y="3788093"/>
              <a:ext cx="17411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r_metacarpophalangeal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cxnSp>
          <p:nvCxnSpPr>
            <p:cNvPr id="291" name="직선 연결선 290"/>
            <p:cNvCxnSpPr>
              <a:endCxn id="292" idx="1"/>
            </p:cNvCxnSpPr>
            <p:nvPr/>
          </p:nvCxnSpPr>
          <p:spPr>
            <a:xfrm flipH="1">
              <a:off x="5055730" y="3962854"/>
              <a:ext cx="399018" cy="9107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Box 291"/>
            <p:cNvSpPr txBox="1"/>
            <p:nvPr/>
          </p:nvSpPr>
          <p:spPr>
            <a:xfrm flipH="1">
              <a:off x="2751730" y="3946208"/>
              <a:ext cx="230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r_carpal_proximal_interphalangeal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cxnSp>
          <p:nvCxnSpPr>
            <p:cNvPr id="293" name="직선 연결선 292"/>
            <p:cNvCxnSpPr>
              <a:endCxn id="294" idx="1"/>
            </p:cNvCxnSpPr>
            <p:nvPr/>
          </p:nvCxnSpPr>
          <p:spPr>
            <a:xfrm flipH="1">
              <a:off x="5195570" y="4009528"/>
              <a:ext cx="274143" cy="22918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/>
            <p:cNvSpPr txBox="1"/>
            <p:nvPr/>
          </p:nvSpPr>
          <p:spPr>
            <a:xfrm flipH="1">
              <a:off x="2838926" y="4130994"/>
              <a:ext cx="23566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r_carpal_distal_interphalangeal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cxnSp>
          <p:nvCxnSpPr>
            <p:cNvPr id="295" name="직선 연결선 294"/>
            <p:cNvCxnSpPr/>
            <p:nvPr/>
          </p:nvCxnSpPr>
          <p:spPr>
            <a:xfrm rot="16200000" flipH="1">
              <a:off x="5314182" y="4049262"/>
              <a:ext cx="514332" cy="13490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타원 142"/>
            <p:cNvSpPr/>
            <p:nvPr/>
          </p:nvSpPr>
          <p:spPr>
            <a:xfrm>
              <a:off x="6185654" y="332543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타원 143"/>
            <p:cNvSpPr/>
            <p:nvPr/>
          </p:nvSpPr>
          <p:spPr>
            <a:xfrm>
              <a:off x="6185654" y="382550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타원 144"/>
            <p:cNvSpPr/>
            <p:nvPr/>
          </p:nvSpPr>
          <p:spPr>
            <a:xfrm>
              <a:off x="6149654" y="43546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타원 145"/>
            <p:cNvSpPr/>
            <p:nvPr/>
          </p:nvSpPr>
          <p:spPr>
            <a:xfrm>
              <a:off x="6082979" y="627818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8" name="직선 연결선 147"/>
            <p:cNvCxnSpPr/>
            <p:nvPr/>
          </p:nvCxnSpPr>
          <p:spPr>
            <a:xfrm rot="5400000" flipH="1" flipV="1">
              <a:off x="6402655" y="174855"/>
              <a:ext cx="22982" cy="425747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48"/>
            <p:cNvSpPr txBox="1"/>
            <p:nvPr/>
          </p:nvSpPr>
          <p:spPr>
            <a:xfrm>
              <a:off x="6623844" y="251619"/>
              <a:ext cx="7938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 smtClean="0"/>
                <a:t>l_eyelid</a:t>
              </a:r>
              <a:endParaRPr lang="ko-KR" altLang="en-US" sz="1000" dirty="0"/>
            </a:p>
          </p:txBody>
        </p:sp>
        <p:cxnSp>
          <p:nvCxnSpPr>
            <p:cNvPr id="152" name="직선 연결선 151"/>
            <p:cNvCxnSpPr>
              <a:endCxn id="153" idx="1"/>
            </p:cNvCxnSpPr>
            <p:nvPr/>
          </p:nvCxnSpPr>
          <p:spPr>
            <a:xfrm>
              <a:off x="6177461" y="508757"/>
              <a:ext cx="446383" cy="4456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/>
            <p:cNvSpPr txBox="1"/>
            <p:nvPr/>
          </p:nvSpPr>
          <p:spPr>
            <a:xfrm>
              <a:off x="6623844" y="430212"/>
              <a:ext cx="7938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err="1" smtClean="0"/>
                <a:t>l_eyeball</a:t>
              </a:r>
              <a:endParaRPr lang="ko-KR" altLang="en-US" sz="1000" dirty="0"/>
            </a:p>
          </p:txBody>
        </p:sp>
        <p:cxnSp>
          <p:nvCxnSpPr>
            <p:cNvPr id="160" name="직선 연결선 159"/>
            <p:cNvCxnSpPr>
              <a:stCxn id="174" idx="3"/>
            </p:cNvCxnSpPr>
            <p:nvPr/>
          </p:nvCxnSpPr>
          <p:spPr>
            <a:xfrm flipV="1">
              <a:off x="5745230" y="655719"/>
              <a:ext cx="376169" cy="14763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/>
            <p:cNvSpPr txBox="1"/>
            <p:nvPr/>
          </p:nvSpPr>
          <p:spPr>
            <a:xfrm>
              <a:off x="4401592" y="680244"/>
              <a:ext cx="1343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dirty="0" err="1" smtClean="0"/>
                <a:t>temporomandibular</a:t>
              </a:r>
              <a:endParaRPr lang="ko-KR" altLang="en-US" sz="1000" dirty="0"/>
            </a:p>
          </p:txBody>
        </p:sp>
        <p:grpSp>
          <p:nvGrpSpPr>
            <p:cNvPr id="176" name="그룹 175"/>
            <p:cNvGrpSpPr/>
            <p:nvPr/>
          </p:nvGrpSpPr>
          <p:grpSpPr>
            <a:xfrm flipH="1">
              <a:off x="4785198" y="44450"/>
              <a:ext cx="1267997" cy="629601"/>
              <a:chOff x="6149654" y="46832"/>
              <a:chExt cx="1267997" cy="629601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 flipV="1">
                <a:off x="6198394" y="171450"/>
                <a:ext cx="416719" cy="184150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TextBox 179"/>
              <p:cNvSpPr txBox="1"/>
              <p:nvPr/>
            </p:nvSpPr>
            <p:spPr>
              <a:xfrm>
                <a:off x="6623844" y="46832"/>
                <a:ext cx="7938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r_eyebrow</a:t>
                </a:r>
                <a:endParaRPr lang="ko-KR" altLang="en-US" sz="1000" dirty="0"/>
              </a:p>
            </p:txBody>
          </p:sp>
          <p:sp>
            <p:nvSpPr>
              <p:cNvPr id="183" name="타원 182"/>
              <p:cNvSpPr/>
              <p:nvPr/>
            </p:nvSpPr>
            <p:spPr>
              <a:xfrm>
                <a:off x="6185654" y="332543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/>
              </a:p>
            </p:txBody>
          </p:sp>
          <p:sp>
            <p:nvSpPr>
              <p:cNvPr id="186" name="타원 185"/>
              <p:cNvSpPr/>
              <p:nvPr/>
            </p:nvSpPr>
            <p:spPr>
              <a:xfrm>
                <a:off x="6185654" y="382550"/>
                <a:ext cx="36000" cy="36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/>
              </a:p>
            </p:txBody>
          </p:sp>
          <p:sp>
            <p:nvSpPr>
              <p:cNvPr id="187" name="타원 186"/>
              <p:cNvSpPr/>
              <p:nvPr/>
            </p:nvSpPr>
            <p:spPr>
              <a:xfrm>
                <a:off x="6149654" y="435469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/>
              </a:p>
            </p:txBody>
          </p:sp>
          <p:cxnSp>
            <p:nvCxnSpPr>
              <p:cNvPr id="188" name="직선 연결선 187"/>
              <p:cNvCxnSpPr/>
              <p:nvPr/>
            </p:nvCxnSpPr>
            <p:spPr>
              <a:xfrm rot="5400000" flipH="1" flipV="1">
                <a:off x="6402655" y="174855"/>
                <a:ext cx="22982" cy="425747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TextBox 188"/>
              <p:cNvSpPr txBox="1"/>
              <p:nvPr/>
            </p:nvSpPr>
            <p:spPr>
              <a:xfrm>
                <a:off x="6623844" y="251619"/>
                <a:ext cx="7938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r_eyelid</a:t>
                </a:r>
                <a:endParaRPr lang="ko-KR" altLang="en-US" sz="1000" dirty="0"/>
              </a:p>
            </p:txBody>
          </p:sp>
          <p:cxnSp>
            <p:nvCxnSpPr>
              <p:cNvPr id="190" name="직선 연결선 189"/>
              <p:cNvCxnSpPr>
                <a:endCxn id="191" idx="1"/>
              </p:cNvCxnSpPr>
              <p:nvPr/>
            </p:nvCxnSpPr>
            <p:spPr>
              <a:xfrm>
                <a:off x="6177461" y="508757"/>
                <a:ext cx="446383" cy="44566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1" name="TextBox 190"/>
              <p:cNvSpPr txBox="1"/>
              <p:nvPr/>
            </p:nvSpPr>
            <p:spPr>
              <a:xfrm>
                <a:off x="6623844" y="430212"/>
                <a:ext cx="7938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000" dirty="0" err="1" smtClean="0"/>
                  <a:t>r_eyeball</a:t>
                </a:r>
                <a:endParaRPr lang="ko-KR" altLang="en-US" sz="1000" dirty="0"/>
              </a:p>
            </p:txBody>
          </p:sp>
        </p:grpSp>
        <p:sp>
          <p:nvSpPr>
            <p:cNvPr id="221" name="TextBox 220"/>
            <p:cNvSpPr txBox="1"/>
            <p:nvPr/>
          </p:nvSpPr>
          <p:spPr>
            <a:xfrm>
              <a:off x="7086600" y="4616450"/>
              <a:ext cx="5469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 smtClean="0"/>
                <a:t>l_knee</a:t>
              </a:r>
              <a:endParaRPr lang="ko-KR" altLang="en-US" sz="1000" dirty="0"/>
            </a:p>
          </p:txBody>
        </p:sp>
        <p:grpSp>
          <p:nvGrpSpPr>
            <p:cNvPr id="235" name="그룹 91"/>
            <p:cNvGrpSpPr/>
            <p:nvPr/>
          </p:nvGrpSpPr>
          <p:grpSpPr>
            <a:xfrm flipH="1">
              <a:off x="3682057" y="2565400"/>
              <a:ext cx="1474138" cy="2297271"/>
              <a:chOff x="8648700" y="2622550"/>
              <a:chExt cx="1474138" cy="2297271"/>
            </a:xfrm>
          </p:grpSpPr>
          <p:sp>
            <p:nvSpPr>
              <p:cNvPr id="239" name="TextBox 238"/>
              <p:cNvSpPr txBox="1"/>
              <p:nvPr/>
            </p:nvSpPr>
            <p:spPr>
              <a:xfrm>
                <a:off x="9150350" y="2622550"/>
                <a:ext cx="63350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r_elbow</a:t>
                </a:r>
                <a:endParaRPr lang="ko-KR" altLang="en-US" sz="1000" dirty="0"/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9191173" y="3486150"/>
                <a:ext cx="93166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/>
                  <a:t>r_radiocarpal</a:t>
                </a:r>
                <a:endParaRPr lang="ko-KR" altLang="en-US" sz="1000" dirty="0"/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8648700" y="4673600"/>
                <a:ext cx="55976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r_knee</a:t>
                </a:r>
                <a:endParaRPr lang="ko-KR" altLang="en-US" sz="1000" dirty="0"/>
              </a:p>
            </p:txBody>
          </p:sp>
        </p:grpSp>
        <p:sp>
          <p:nvSpPr>
            <p:cNvPr id="258" name="타원 257"/>
            <p:cNvSpPr/>
            <p:nvPr/>
          </p:nvSpPr>
          <p:spPr>
            <a:xfrm>
              <a:off x="6270397" y="58015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0" name="타원 259"/>
            <p:cNvSpPr/>
            <p:nvPr/>
          </p:nvSpPr>
          <p:spPr>
            <a:xfrm flipH="1">
              <a:off x="5811438" y="58015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4274820" y="4340544"/>
              <a:ext cx="15621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err="1" smtClean="0"/>
                <a:t>r_carpal_interphalangeal</a:t>
              </a:r>
              <a:r>
                <a:rPr lang="en-US" altLang="ko-KR" sz="800" dirty="0" smtClean="0"/>
                <a:t>_[1]</a:t>
              </a:r>
              <a:endParaRPr lang="ko-KR" altLang="en-US" sz="800" dirty="0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6339840" y="4340544"/>
              <a:ext cx="15621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err="1" smtClean="0"/>
                <a:t>l_carpal_interphalangeal</a:t>
              </a:r>
              <a:r>
                <a:rPr lang="en-US" altLang="ko-KR" sz="800" dirty="0" smtClean="0"/>
                <a:t>_[1]</a:t>
              </a:r>
              <a:endParaRPr lang="ko-KR" altLang="en-US" sz="800" dirty="0"/>
            </a:p>
          </p:txBody>
        </p:sp>
        <p:cxnSp>
          <p:nvCxnSpPr>
            <p:cNvPr id="262" name="직선 연결선 261"/>
            <p:cNvCxnSpPr/>
            <p:nvPr/>
          </p:nvCxnSpPr>
          <p:spPr>
            <a:xfrm rot="5400000">
              <a:off x="6335262" y="4049262"/>
              <a:ext cx="514332" cy="13490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1" name="그룹 240"/>
            <p:cNvGrpSpPr/>
            <p:nvPr/>
          </p:nvGrpSpPr>
          <p:grpSpPr>
            <a:xfrm>
              <a:off x="4429373" y="2869501"/>
              <a:ext cx="3316981" cy="1041642"/>
              <a:chOff x="4429373" y="2869501"/>
              <a:chExt cx="3316981" cy="1041642"/>
            </a:xfrm>
          </p:grpSpPr>
          <p:grpSp>
            <p:nvGrpSpPr>
              <p:cNvPr id="255" name="그룹 191"/>
              <p:cNvGrpSpPr/>
              <p:nvPr/>
            </p:nvGrpSpPr>
            <p:grpSpPr>
              <a:xfrm>
                <a:off x="5581650" y="2869501"/>
                <a:ext cx="1896736" cy="1041642"/>
                <a:chOff x="5581650" y="2869501"/>
                <a:chExt cx="1896736" cy="1041642"/>
              </a:xfrm>
            </p:grpSpPr>
            <p:sp>
              <p:nvSpPr>
                <p:cNvPr id="303" name="타원 302"/>
                <p:cNvSpPr/>
                <p:nvPr/>
              </p:nvSpPr>
              <p:spPr>
                <a:xfrm>
                  <a:off x="6061548" y="3029753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04" name="직선 연결선 303"/>
                <p:cNvCxnSpPr>
                  <a:stCxn id="303" idx="6"/>
                  <a:endCxn id="305" idx="1"/>
                </p:cNvCxnSpPr>
                <p:nvPr/>
              </p:nvCxnSpPr>
              <p:spPr>
                <a:xfrm flipV="1">
                  <a:off x="6169548" y="2992612"/>
                  <a:ext cx="593578" cy="91141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5" name="TextBox 304"/>
                <p:cNvSpPr txBox="1"/>
                <p:nvPr/>
              </p:nvSpPr>
              <p:spPr>
                <a:xfrm>
                  <a:off x="6763126" y="2869501"/>
                  <a:ext cx="71526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 smtClean="0"/>
                    <a:t>sacroiliac</a:t>
                  </a:r>
                  <a:endParaRPr lang="ko-KR" altLang="en-US" sz="1000" dirty="0"/>
                </a:p>
              </p:txBody>
            </p:sp>
            <p:grpSp>
              <p:nvGrpSpPr>
                <p:cNvPr id="306" name="그룹 82"/>
                <p:cNvGrpSpPr/>
                <p:nvPr/>
              </p:nvGrpSpPr>
              <p:grpSpPr>
                <a:xfrm>
                  <a:off x="5581650" y="3137703"/>
                  <a:ext cx="1067921" cy="773440"/>
                  <a:chOff x="5581650" y="3308181"/>
                  <a:chExt cx="1067921" cy="773440"/>
                </a:xfrm>
              </p:grpSpPr>
              <p:sp>
                <p:nvSpPr>
                  <p:cNvPr id="307" name="타원 306"/>
                  <p:cNvSpPr/>
                  <p:nvPr/>
                </p:nvSpPr>
                <p:spPr>
                  <a:xfrm>
                    <a:off x="6061548" y="3308181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308" name="직선 연결선 307"/>
                  <p:cNvCxnSpPr/>
                  <p:nvPr/>
                </p:nvCxnSpPr>
                <p:spPr>
                  <a:xfrm rot="5400000">
                    <a:off x="5883275" y="3590925"/>
                    <a:ext cx="463550" cy="1588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9" name="TextBox 308"/>
                  <p:cNvSpPr txBox="1"/>
                  <p:nvPr/>
                </p:nvSpPr>
                <p:spPr>
                  <a:xfrm>
                    <a:off x="5581650" y="3835400"/>
                    <a:ext cx="1067921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00" dirty="0" err="1" smtClean="0"/>
                      <a:t>HumanoidRoot</a:t>
                    </a:r>
                    <a:endParaRPr lang="ko-KR" altLang="en-US" sz="1000" dirty="0"/>
                  </a:p>
                </p:txBody>
              </p:sp>
            </p:grpSp>
          </p:grpSp>
          <p:grpSp>
            <p:nvGrpSpPr>
              <p:cNvPr id="259" name="그룹 217"/>
              <p:cNvGrpSpPr/>
              <p:nvPr/>
            </p:nvGrpSpPr>
            <p:grpSpPr>
              <a:xfrm>
                <a:off x="4429373" y="3130981"/>
                <a:ext cx="3316981" cy="246221"/>
                <a:chOff x="4429373" y="3130981"/>
                <a:chExt cx="3316981" cy="246221"/>
              </a:xfrm>
            </p:grpSpPr>
            <p:sp>
              <p:nvSpPr>
                <p:cNvPr id="267" name="타원 266"/>
                <p:cNvSpPr/>
                <p:nvPr/>
              </p:nvSpPr>
              <p:spPr>
                <a:xfrm>
                  <a:off x="5728519" y="3200091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7" name="타원 276"/>
                <p:cNvSpPr/>
                <p:nvPr/>
              </p:nvSpPr>
              <p:spPr>
                <a:xfrm>
                  <a:off x="6352668" y="3200091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8" name="TextBox 297"/>
                <p:cNvSpPr txBox="1"/>
                <p:nvPr/>
              </p:nvSpPr>
              <p:spPr>
                <a:xfrm flipH="1">
                  <a:off x="4429373" y="3130981"/>
                  <a:ext cx="46679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 err="1" smtClean="0"/>
                    <a:t>r_hip</a:t>
                  </a:r>
                  <a:endParaRPr lang="ko-KR" altLang="en-US" sz="1000" dirty="0"/>
                </a:p>
              </p:txBody>
            </p:sp>
            <p:cxnSp>
              <p:nvCxnSpPr>
                <p:cNvPr id="299" name="직선 연결선 298"/>
                <p:cNvCxnSpPr/>
                <p:nvPr/>
              </p:nvCxnSpPr>
              <p:spPr>
                <a:xfrm flipV="1">
                  <a:off x="4896167" y="3254091"/>
                  <a:ext cx="832352" cy="1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0" name="TextBox 299"/>
                <p:cNvSpPr txBox="1"/>
                <p:nvPr/>
              </p:nvSpPr>
              <p:spPr>
                <a:xfrm>
                  <a:off x="7292384" y="3130981"/>
                  <a:ext cx="45397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 err="1" smtClean="0"/>
                    <a:t>l_hip</a:t>
                  </a:r>
                  <a:endParaRPr lang="ko-KR" altLang="en-US" sz="1000" dirty="0"/>
                </a:p>
              </p:txBody>
            </p:sp>
            <p:cxnSp>
              <p:nvCxnSpPr>
                <p:cNvPr id="301" name="직선 연결선 300"/>
                <p:cNvCxnSpPr>
                  <a:stCxn id="277" idx="6"/>
                  <a:endCxn id="300" idx="1"/>
                </p:cNvCxnSpPr>
                <p:nvPr/>
              </p:nvCxnSpPr>
              <p:spPr>
                <a:xfrm>
                  <a:off x="6460668" y="3254091"/>
                  <a:ext cx="831716" cy="1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13" name="그룹 512"/>
            <p:cNvGrpSpPr/>
            <p:nvPr/>
          </p:nvGrpSpPr>
          <p:grpSpPr>
            <a:xfrm>
              <a:off x="4699000" y="604043"/>
              <a:ext cx="2713098" cy="2463957"/>
              <a:chOff x="4699000" y="604043"/>
              <a:chExt cx="2713098" cy="2463957"/>
            </a:xfrm>
          </p:grpSpPr>
          <p:grpSp>
            <p:nvGrpSpPr>
              <p:cNvPr id="514" name="그룹 405"/>
              <p:cNvGrpSpPr/>
              <p:nvPr/>
            </p:nvGrpSpPr>
            <p:grpSpPr>
              <a:xfrm>
                <a:off x="6074010" y="604043"/>
                <a:ext cx="1338088" cy="246221"/>
                <a:chOff x="6074010" y="604043"/>
                <a:chExt cx="1338088" cy="246221"/>
              </a:xfrm>
            </p:grpSpPr>
            <p:sp>
              <p:nvSpPr>
                <p:cNvPr id="605" name="타원 604"/>
                <p:cNvSpPr/>
                <p:nvPr/>
              </p:nvSpPr>
              <p:spPr>
                <a:xfrm>
                  <a:off x="6074010" y="780751"/>
                  <a:ext cx="67790" cy="6779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606" name="직선 연결선 605"/>
                <p:cNvCxnSpPr>
                  <a:stCxn id="605" idx="6"/>
                  <a:endCxn id="607" idx="1"/>
                </p:cNvCxnSpPr>
                <p:nvPr/>
              </p:nvCxnSpPr>
              <p:spPr>
                <a:xfrm flipV="1">
                  <a:off x="6141800" y="727154"/>
                  <a:ext cx="558244" cy="87492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7" name="TextBox 606"/>
                <p:cNvSpPr txBox="1"/>
                <p:nvPr/>
              </p:nvSpPr>
              <p:spPr>
                <a:xfrm>
                  <a:off x="6700044" y="604043"/>
                  <a:ext cx="71205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 err="1" smtClean="0"/>
                    <a:t>skullbase</a:t>
                  </a:r>
                  <a:endParaRPr lang="ko-KR" altLang="en-US" sz="1000" dirty="0"/>
                </a:p>
              </p:txBody>
            </p:sp>
          </p:grpSp>
          <p:grpSp>
            <p:nvGrpSpPr>
              <p:cNvPr id="515" name="그룹 534"/>
              <p:cNvGrpSpPr/>
              <p:nvPr/>
            </p:nvGrpSpPr>
            <p:grpSpPr>
              <a:xfrm>
                <a:off x="4699000" y="779463"/>
                <a:ext cx="2234844" cy="2288537"/>
                <a:chOff x="4699000" y="779463"/>
                <a:chExt cx="2234844" cy="2288537"/>
              </a:xfrm>
            </p:grpSpPr>
            <p:cxnSp>
              <p:nvCxnSpPr>
                <p:cNvPr id="516" name="직선 연결선 515"/>
                <p:cNvCxnSpPr>
                  <a:stCxn id="568" idx="1"/>
                </p:cNvCxnSpPr>
                <p:nvPr/>
              </p:nvCxnSpPr>
              <p:spPr>
                <a:xfrm rot="10800000">
                  <a:off x="6098385" y="1472410"/>
                  <a:ext cx="479819" cy="155345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17" name="그룹 533"/>
                <p:cNvGrpSpPr/>
                <p:nvPr/>
              </p:nvGrpSpPr>
              <p:grpSpPr>
                <a:xfrm>
                  <a:off x="5600693" y="779463"/>
                  <a:ext cx="1248191" cy="574218"/>
                  <a:chOff x="5600693" y="779463"/>
                  <a:chExt cx="1248191" cy="574218"/>
                </a:xfrm>
              </p:grpSpPr>
              <p:grpSp>
                <p:nvGrpSpPr>
                  <p:cNvPr id="582" name="그룹 531"/>
                  <p:cNvGrpSpPr/>
                  <p:nvPr/>
                </p:nvGrpSpPr>
                <p:grpSpPr>
                  <a:xfrm>
                    <a:off x="5600693" y="804862"/>
                    <a:ext cx="520736" cy="521737"/>
                    <a:chOff x="5600693" y="804862"/>
                    <a:chExt cx="520736" cy="521737"/>
                  </a:xfrm>
                </p:grpSpPr>
                <p:cxnSp>
                  <p:nvCxnSpPr>
                    <p:cNvPr id="596" name="직선 연결선 595"/>
                    <p:cNvCxnSpPr>
                      <a:stCxn id="597" idx="1"/>
                      <a:endCxn id="600" idx="3"/>
                    </p:cNvCxnSpPr>
                    <p:nvPr/>
                  </p:nvCxnSpPr>
                  <p:spPr>
                    <a:xfrm rot="16200000" flipV="1">
                      <a:off x="5881671" y="970160"/>
                      <a:ext cx="266606" cy="151454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97" name="타원 596"/>
                    <p:cNvSpPr/>
                    <p:nvPr/>
                  </p:nvSpPr>
                  <p:spPr>
                    <a:xfrm>
                      <a:off x="6085429" y="1173918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98" name="타원 597"/>
                    <p:cNvSpPr/>
                    <p:nvPr/>
                  </p:nvSpPr>
                  <p:spPr>
                    <a:xfrm>
                      <a:off x="6085429" y="1227893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99" name="타원 598"/>
                    <p:cNvSpPr/>
                    <p:nvPr/>
                  </p:nvSpPr>
                  <p:spPr>
                    <a:xfrm>
                      <a:off x="6085429" y="1290599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00" name="TextBox 599"/>
                    <p:cNvSpPr txBox="1"/>
                    <p:nvPr/>
                  </p:nvSpPr>
                  <p:spPr>
                    <a:xfrm>
                      <a:off x="5600693" y="804862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smtClean="0"/>
                        <a:t>vc5</a:t>
                      </a:r>
                      <a:endParaRPr lang="ko-KR" altLang="en-US" sz="800" dirty="0"/>
                    </a:p>
                  </p:txBody>
                </p:sp>
                <p:sp>
                  <p:nvSpPr>
                    <p:cNvPr id="601" name="TextBox 600"/>
                    <p:cNvSpPr txBox="1"/>
                    <p:nvPr/>
                  </p:nvSpPr>
                  <p:spPr>
                    <a:xfrm>
                      <a:off x="5600693" y="939403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smtClean="0"/>
                        <a:t>vc6</a:t>
                      </a:r>
                      <a:endParaRPr lang="ko-KR" altLang="en-US" sz="800" dirty="0"/>
                    </a:p>
                  </p:txBody>
                </p:sp>
                <p:sp>
                  <p:nvSpPr>
                    <p:cNvPr id="602" name="TextBox 601"/>
                    <p:cNvSpPr txBox="1"/>
                    <p:nvPr/>
                  </p:nvSpPr>
                  <p:spPr>
                    <a:xfrm>
                      <a:off x="5600693" y="1073944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dirty="0" smtClean="0"/>
                        <a:t>vc7</a:t>
                      </a:r>
                      <a:endParaRPr lang="ko-KR" altLang="en-US" sz="800" dirty="0"/>
                    </a:p>
                  </p:txBody>
                </p:sp>
                <p:cxnSp>
                  <p:nvCxnSpPr>
                    <p:cNvPr id="603" name="직선 연결선 602"/>
                    <p:cNvCxnSpPr>
                      <a:stCxn id="598" idx="1"/>
                      <a:endCxn id="601" idx="3"/>
                    </p:cNvCxnSpPr>
                    <p:nvPr/>
                  </p:nvCxnSpPr>
                  <p:spPr>
                    <a:xfrm rot="16200000" flipV="1">
                      <a:off x="5921954" y="1064418"/>
                      <a:ext cx="186040" cy="151454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04" name="직선 연결선 603"/>
                    <p:cNvCxnSpPr>
                      <a:stCxn id="599" idx="1"/>
                      <a:endCxn id="602" idx="3"/>
                    </p:cNvCxnSpPr>
                    <p:nvPr/>
                  </p:nvCxnSpPr>
                  <p:spPr>
                    <a:xfrm rot="16200000" flipV="1">
                      <a:off x="5957872" y="1163042"/>
                      <a:ext cx="114205" cy="151454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83" name="그룹 532"/>
                  <p:cNvGrpSpPr/>
                  <p:nvPr/>
                </p:nvGrpSpPr>
                <p:grpSpPr>
                  <a:xfrm>
                    <a:off x="6085429" y="779463"/>
                    <a:ext cx="763455" cy="574218"/>
                    <a:chOff x="6085429" y="779463"/>
                    <a:chExt cx="763455" cy="574218"/>
                  </a:xfrm>
                </p:grpSpPr>
                <p:sp>
                  <p:nvSpPr>
                    <p:cNvPr id="584" name="타원 583"/>
                    <p:cNvSpPr/>
                    <p:nvPr/>
                  </p:nvSpPr>
                  <p:spPr>
                    <a:xfrm>
                      <a:off x="6085429" y="1088986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85" name="타원 584"/>
                    <p:cNvSpPr/>
                    <p:nvPr/>
                  </p:nvSpPr>
                  <p:spPr>
                    <a:xfrm>
                      <a:off x="6087343" y="931030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86" name="TextBox 585"/>
                    <p:cNvSpPr txBox="1"/>
                    <p:nvPr/>
                  </p:nvSpPr>
                  <p:spPr>
                    <a:xfrm>
                      <a:off x="6507949" y="1013089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dirty="0" smtClean="0"/>
                        <a:t>vc3</a:t>
                      </a:r>
                      <a:endParaRPr lang="ko-KR" altLang="en-US" sz="800" dirty="0"/>
                    </a:p>
                  </p:txBody>
                </p:sp>
                <p:sp>
                  <p:nvSpPr>
                    <p:cNvPr id="587" name="타원 586"/>
                    <p:cNvSpPr/>
                    <p:nvPr/>
                  </p:nvSpPr>
                  <p:spPr>
                    <a:xfrm>
                      <a:off x="6089905" y="865942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88" name="타원 587"/>
                    <p:cNvSpPr/>
                    <p:nvPr/>
                  </p:nvSpPr>
                  <p:spPr>
                    <a:xfrm>
                      <a:off x="6088604" y="999292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89" name="TextBox 588"/>
                    <p:cNvSpPr txBox="1"/>
                    <p:nvPr/>
                  </p:nvSpPr>
                  <p:spPr>
                    <a:xfrm>
                      <a:off x="6507950" y="1138237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smtClean="0"/>
                        <a:t>vc4</a:t>
                      </a:r>
                      <a:endParaRPr lang="ko-KR" altLang="en-US" sz="800" dirty="0"/>
                    </a:p>
                  </p:txBody>
                </p:sp>
                <p:sp>
                  <p:nvSpPr>
                    <p:cNvPr id="590" name="TextBox 589"/>
                    <p:cNvSpPr txBox="1"/>
                    <p:nvPr/>
                  </p:nvSpPr>
                  <p:spPr>
                    <a:xfrm>
                      <a:off x="6507949" y="898132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smtClean="0"/>
                        <a:t>vc2</a:t>
                      </a:r>
                      <a:endParaRPr lang="ko-KR" altLang="en-US" sz="800" dirty="0"/>
                    </a:p>
                  </p:txBody>
                </p:sp>
                <p:sp>
                  <p:nvSpPr>
                    <p:cNvPr id="591" name="TextBox 590"/>
                    <p:cNvSpPr txBox="1"/>
                    <p:nvPr/>
                  </p:nvSpPr>
                  <p:spPr>
                    <a:xfrm>
                      <a:off x="6510330" y="779463"/>
                      <a:ext cx="338554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800" smtClean="0"/>
                        <a:t>vc1</a:t>
                      </a:r>
                      <a:endParaRPr lang="ko-KR" altLang="en-US" sz="800" dirty="0"/>
                    </a:p>
                  </p:txBody>
                </p:sp>
                <p:cxnSp>
                  <p:nvCxnSpPr>
                    <p:cNvPr id="592" name="직선 연결선 591"/>
                    <p:cNvCxnSpPr>
                      <a:stCxn id="587" idx="6"/>
                      <a:endCxn id="591" idx="1"/>
                    </p:cNvCxnSpPr>
                    <p:nvPr/>
                  </p:nvCxnSpPr>
                  <p:spPr>
                    <a:xfrm>
                      <a:off x="6125905" y="883942"/>
                      <a:ext cx="384425" cy="3243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3" name="직선 연결선 592"/>
                    <p:cNvCxnSpPr>
                      <a:stCxn id="585" idx="6"/>
                      <a:endCxn id="590" idx="1"/>
                    </p:cNvCxnSpPr>
                    <p:nvPr/>
                  </p:nvCxnSpPr>
                  <p:spPr>
                    <a:xfrm>
                      <a:off x="6123343" y="949030"/>
                      <a:ext cx="384606" cy="56824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4" name="직선 연결선 593"/>
                    <p:cNvCxnSpPr>
                      <a:stCxn id="584" idx="6"/>
                      <a:endCxn id="589" idx="1"/>
                    </p:cNvCxnSpPr>
                    <p:nvPr/>
                  </p:nvCxnSpPr>
                  <p:spPr>
                    <a:xfrm>
                      <a:off x="6121429" y="1106986"/>
                      <a:ext cx="386521" cy="138973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5" name="직선 연결선 594"/>
                    <p:cNvCxnSpPr>
                      <a:stCxn id="588" idx="6"/>
                      <a:endCxn id="586" idx="1"/>
                    </p:cNvCxnSpPr>
                    <p:nvPr/>
                  </p:nvCxnSpPr>
                  <p:spPr>
                    <a:xfrm>
                      <a:off x="6124604" y="1017292"/>
                      <a:ext cx="383345" cy="103519"/>
                    </a:xfrm>
                    <a:prstGeom prst="line">
                      <a:avLst/>
                    </a:prstGeom>
                    <a:ln w="8890">
                      <a:solidFill>
                        <a:srgbClr val="FF0000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18" name="그룹 530"/>
                <p:cNvGrpSpPr/>
                <p:nvPr/>
              </p:nvGrpSpPr>
              <p:grpSpPr>
                <a:xfrm>
                  <a:off x="4699000" y="1335843"/>
                  <a:ext cx="2234844" cy="1732157"/>
                  <a:chOff x="4699000" y="1335843"/>
                  <a:chExt cx="2234844" cy="1732157"/>
                </a:xfrm>
              </p:grpSpPr>
              <p:sp>
                <p:nvSpPr>
                  <p:cNvPr id="519" name="타원 518"/>
                  <p:cNvSpPr/>
                  <p:nvPr/>
                </p:nvSpPr>
                <p:spPr>
                  <a:xfrm>
                    <a:off x="6085429" y="1335843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520" name="그룹 529"/>
                  <p:cNvGrpSpPr/>
                  <p:nvPr/>
                </p:nvGrpSpPr>
                <p:grpSpPr>
                  <a:xfrm>
                    <a:off x="4699000" y="1358121"/>
                    <a:ext cx="2234844" cy="1709879"/>
                    <a:chOff x="4699000" y="1358121"/>
                    <a:chExt cx="2234844" cy="1709879"/>
                  </a:xfrm>
                </p:grpSpPr>
                <p:sp>
                  <p:nvSpPr>
                    <p:cNvPr id="521" name="타원 520"/>
                    <p:cNvSpPr/>
                    <p:nvPr/>
                  </p:nvSpPr>
                  <p:spPr>
                    <a:xfrm>
                      <a:off x="6085429" y="1459351"/>
                      <a:ext cx="36000" cy="3600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grpSp>
                  <p:nvGrpSpPr>
                    <p:cNvPr id="522" name="그룹 528"/>
                    <p:cNvGrpSpPr/>
                    <p:nvPr/>
                  </p:nvGrpSpPr>
                  <p:grpSpPr>
                    <a:xfrm>
                      <a:off x="4699000" y="1358121"/>
                      <a:ext cx="2234844" cy="1709879"/>
                      <a:chOff x="4699000" y="1358121"/>
                      <a:chExt cx="2234844" cy="1709879"/>
                    </a:xfrm>
                  </p:grpSpPr>
                  <p:grpSp>
                    <p:nvGrpSpPr>
                      <p:cNvPr id="523" name="그룹 462"/>
                      <p:cNvGrpSpPr/>
                      <p:nvPr/>
                    </p:nvGrpSpPr>
                    <p:grpSpPr>
                      <a:xfrm>
                        <a:off x="4699000" y="1515274"/>
                        <a:ext cx="2234844" cy="1552726"/>
                        <a:chOff x="4699000" y="1515274"/>
                        <a:chExt cx="2234844" cy="1552726"/>
                      </a:xfrm>
                    </p:grpSpPr>
                    <p:grpSp>
                      <p:nvGrpSpPr>
                        <p:cNvPr id="530" name="그룹 460"/>
                        <p:cNvGrpSpPr/>
                        <p:nvPr/>
                      </p:nvGrpSpPr>
                      <p:grpSpPr>
                        <a:xfrm>
                          <a:off x="5176044" y="1515274"/>
                          <a:ext cx="1757800" cy="1096322"/>
                          <a:chOff x="5176044" y="1515274"/>
                          <a:chExt cx="1757800" cy="1096322"/>
                        </a:xfrm>
                      </p:grpSpPr>
                      <p:grpSp>
                        <p:nvGrpSpPr>
                          <p:cNvPr id="544" name="그룹 381"/>
                          <p:cNvGrpSpPr/>
                          <p:nvPr/>
                        </p:nvGrpSpPr>
                        <p:grpSpPr>
                          <a:xfrm>
                            <a:off x="6076429" y="2333625"/>
                            <a:ext cx="613946" cy="246221"/>
                            <a:chOff x="6076429" y="2333625"/>
                            <a:chExt cx="613946" cy="246221"/>
                          </a:xfrm>
                        </p:grpSpPr>
                        <p:sp>
                          <p:nvSpPr>
                            <p:cNvPr id="579" name="타원 578"/>
                            <p:cNvSpPr/>
                            <p:nvPr/>
                          </p:nvSpPr>
                          <p:spPr>
                            <a:xfrm>
                              <a:off x="6076429" y="2335178"/>
                              <a:ext cx="54000" cy="54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80" name="직선 연결선 579"/>
                            <p:cNvCxnSpPr>
                              <a:stCxn id="579" idx="6"/>
                              <a:endCxn id="581" idx="1"/>
                            </p:cNvCxnSpPr>
                            <p:nvPr/>
                          </p:nvCxnSpPr>
                          <p:spPr>
                            <a:xfrm>
                              <a:off x="6130429" y="2362178"/>
                              <a:ext cx="197346" cy="94558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81" name="TextBox 580"/>
                            <p:cNvSpPr txBox="1"/>
                            <p:nvPr/>
                          </p:nvSpPr>
                          <p:spPr>
                            <a:xfrm>
                              <a:off x="6327775" y="2333625"/>
                              <a:ext cx="362600" cy="2462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1000" smtClean="0"/>
                                <a:t>vl1</a:t>
                              </a:r>
                              <a:endParaRPr lang="ko-KR" altLang="en-US" sz="1000" dirty="0"/>
                            </a:p>
                          </p:txBody>
                        </p:sp>
                      </p:grpSp>
                      <p:grpSp>
                        <p:nvGrpSpPr>
                          <p:cNvPr id="545" name="그룹 441"/>
                          <p:cNvGrpSpPr/>
                          <p:nvPr/>
                        </p:nvGrpSpPr>
                        <p:grpSpPr>
                          <a:xfrm>
                            <a:off x="5176044" y="1515274"/>
                            <a:ext cx="1730270" cy="729789"/>
                            <a:chOff x="3575844" y="1721649"/>
                            <a:chExt cx="1730270" cy="729789"/>
                          </a:xfrm>
                        </p:grpSpPr>
                        <p:sp>
                          <p:nvSpPr>
                            <p:cNvPr id="557" name="TextBox 556"/>
                            <p:cNvSpPr txBox="1"/>
                            <p:nvPr/>
                          </p:nvSpPr>
                          <p:spPr>
                            <a:xfrm>
                              <a:off x="4937521" y="2235994"/>
                              <a:ext cx="32573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800" dirty="0" smtClean="0"/>
                                <a:t>vt9</a:t>
                              </a:r>
                              <a:endParaRPr lang="ko-KR" altLang="en-US" sz="800" dirty="0"/>
                            </a:p>
                          </p:txBody>
                        </p:sp>
                        <p:sp>
                          <p:nvSpPr>
                            <p:cNvPr id="558" name="타원 557"/>
                            <p:cNvSpPr/>
                            <p:nvPr/>
                          </p:nvSpPr>
                          <p:spPr>
                            <a:xfrm>
                              <a:off x="4480467" y="1868450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559" name="타원 558"/>
                            <p:cNvSpPr/>
                            <p:nvPr/>
                          </p:nvSpPr>
                          <p:spPr>
                            <a:xfrm>
                              <a:off x="4480467" y="2211351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60" name="직선 연결선 559"/>
                            <p:cNvCxnSpPr>
                              <a:stCxn id="558" idx="6"/>
                              <a:endCxn id="561" idx="3"/>
                            </p:cNvCxnSpPr>
                            <p:nvPr/>
                          </p:nvCxnSpPr>
                          <p:spPr>
                            <a:xfrm flipH="1">
                              <a:off x="4034488" y="1886450"/>
                              <a:ext cx="481979" cy="100083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61" name="TextBox 560"/>
                            <p:cNvSpPr txBox="1"/>
                            <p:nvPr/>
                          </p:nvSpPr>
                          <p:spPr>
                            <a:xfrm>
                              <a:off x="3671888" y="1878811"/>
                              <a:ext cx="36260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800" smtClean="0"/>
                                <a:t>vt6</a:t>
                              </a:r>
                              <a:endParaRPr lang="ko-KR" altLang="en-US" sz="800" dirty="0"/>
                            </a:p>
                          </p:txBody>
                        </p:sp>
                        <p:cxnSp>
                          <p:nvCxnSpPr>
                            <p:cNvPr id="562" name="직선 연결선 561"/>
                            <p:cNvCxnSpPr>
                              <a:endCxn id="563" idx="3"/>
                            </p:cNvCxnSpPr>
                            <p:nvPr/>
                          </p:nvCxnSpPr>
                          <p:spPr>
                            <a:xfrm rot="10800000" flipV="1">
                              <a:off x="4033694" y="2229350"/>
                              <a:ext cx="456230" cy="85792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63" name="TextBox 562"/>
                            <p:cNvSpPr txBox="1"/>
                            <p:nvPr/>
                          </p:nvSpPr>
                          <p:spPr>
                            <a:xfrm>
                              <a:off x="3575844" y="2207420"/>
                              <a:ext cx="45785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800" dirty="0" smtClean="0"/>
                                <a:t>vt10</a:t>
                              </a:r>
                              <a:endParaRPr lang="ko-KR" altLang="en-US" sz="800" dirty="0"/>
                            </a:p>
                          </p:txBody>
                        </p:sp>
                        <p:sp>
                          <p:nvSpPr>
                            <p:cNvPr id="564" name="타원 563"/>
                            <p:cNvSpPr/>
                            <p:nvPr/>
                          </p:nvSpPr>
                          <p:spPr>
                            <a:xfrm>
                              <a:off x="4480467" y="1732243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565" name="타원 564"/>
                            <p:cNvSpPr/>
                            <p:nvPr/>
                          </p:nvSpPr>
                          <p:spPr>
                            <a:xfrm>
                              <a:off x="4480467" y="1800347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66" name="직선 연결선 565"/>
                            <p:cNvCxnSpPr>
                              <a:endCxn id="570" idx="3"/>
                            </p:cNvCxnSpPr>
                            <p:nvPr/>
                          </p:nvCxnSpPr>
                          <p:spPr>
                            <a:xfrm rot="10800000" flipV="1">
                              <a:off x="4034488" y="1748637"/>
                              <a:ext cx="463674" cy="80733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67" name="직선 연결선 566"/>
                            <p:cNvCxnSpPr>
                              <a:stCxn id="569" idx="1"/>
                            </p:cNvCxnSpPr>
                            <p:nvPr/>
                          </p:nvCxnSpPr>
                          <p:spPr>
                            <a:xfrm rot="10800000">
                              <a:off x="4502949" y="1824042"/>
                              <a:ext cx="475055" cy="160106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68" name="TextBox 567"/>
                            <p:cNvSpPr txBox="1"/>
                            <p:nvPr/>
                          </p:nvSpPr>
                          <p:spPr>
                            <a:xfrm>
                              <a:off x="4978003" y="1726407"/>
                              <a:ext cx="32573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800" smtClean="0"/>
                                <a:t>vt3</a:t>
                              </a:r>
                              <a:endParaRPr lang="ko-KR" altLang="en-US" sz="800" dirty="0"/>
                            </a:p>
                          </p:txBody>
                        </p:sp>
                        <p:sp>
                          <p:nvSpPr>
                            <p:cNvPr id="569" name="TextBox 568"/>
                            <p:cNvSpPr txBox="1"/>
                            <p:nvPr/>
                          </p:nvSpPr>
                          <p:spPr>
                            <a:xfrm>
                              <a:off x="4978003" y="1876426"/>
                              <a:ext cx="32573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800" smtClean="0"/>
                                <a:t>vt5</a:t>
                              </a:r>
                              <a:endParaRPr lang="ko-KR" altLang="en-US" sz="800" dirty="0"/>
                            </a:p>
                          </p:txBody>
                        </p:sp>
                        <p:sp>
                          <p:nvSpPr>
                            <p:cNvPr id="570" name="TextBox 569"/>
                            <p:cNvSpPr txBox="1"/>
                            <p:nvPr/>
                          </p:nvSpPr>
                          <p:spPr>
                            <a:xfrm>
                              <a:off x="3671888" y="1721649"/>
                              <a:ext cx="36260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800" smtClean="0"/>
                                <a:t>vt4</a:t>
                              </a:r>
                              <a:endParaRPr lang="ko-KR" altLang="en-US" sz="800" dirty="0"/>
                            </a:p>
                          </p:txBody>
                        </p:sp>
                        <p:cxnSp>
                          <p:nvCxnSpPr>
                            <p:cNvPr id="571" name="직선 연결선 570"/>
                            <p:cNvCxnSpPr/>
                            <p:nvPr/>
                          </p:nvCxnSpPr>
                          <p:spPr>
                            <a:xfrm rot="10800000">
                              <a:off x="4502948" y="1976441"/>
                              <a:ext cx="479819" cy="155345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72" name="타원 571"/>
                            <p:cNvSpPr/>
                            <p:nvPr/>
                          </p:nvSpPr>
                          <p:spPr>
                            <a:xfrm>
                              <a:off x="4480467" y="1954175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573" name="타원 572"/>
                            <p:cNvSpPr/>
                            <p:nvPr/>
                          </p:nvSpPr>
                          <p:spPr>
                            <a:xfrm>
                              <a:off x="4480467" y="2039900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sp>
                          <p:nvSpPr>
                            <p:cNvPr id="574" name="타원 573"/>
                            <p:cNvSpPr/>
                            <p:nvPr/>
                          </p:nvSpPr>
                          <p:spPr>
                            <a:xfrm>
                              <a:off x="4480467" y="2125625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75" name="직선 연결선 574"/>
                            <p:cNvCxnSpPr/>
                            <p:nvPr/>
                          </p:nvCxnSpPr>
                          <p:spPr>
                            <a:xfrm rot="10800000" flipV="1">
                              <a:off x="4032107" y="2060580"/>
                              <a:ext cx="463674" cy="80733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76" name="직선 연결선 575"/>
                            <p:cNvCxnSpPr/>
                            <p:nvPr/>
                          </p:nvCxnSpPr>
                          <p:spPr>
                            <a:xfrm rot="10800000">
                              <a:off x="4505330" y="2143129"/>
                              <a:ext cx="475055" cy="160106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77" name="TextBox 576"/>
                            <p:cNvSpPr txBox="1"/>
                            <p:nvPr/>
                          </p:nvSpPr>
                          <p:spPr>
                            <a:xfrm>
                              <a:off x="4980384" y="2055019"/>
                              <a:ext cx="32573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800" smtClean="0"/>
                                <a:t>vt7</a:t>
                              </a:r>
                              <a:endParaRPr lang="ko-KR" altLang="en-US" sz="800" dirty="0"/>
                            </a:p>
                          </p:txBody>
                        </p:sp>
                        <p:sp>
                          <p:nvSpPr>
                            <p:cNvPr id="578" name="TextBox 577"/>
                            <p:cNvSpPr txBox="1"/>
                            <p:nvPr/>
                          </p:nvSpPr>
                          <p:spPr>
                            <a:xfrm>
                              <a:off x="3674269" y="2050261"/>
                              <a:ext cx="362600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800" smtClean="0"/>
                                <a:t>vt8</a:t>
                              </a:r>
                              <a:endParaRPr lang="ko-KR" altLang="en-US" sz="800" dirty="0"/>
                            </a:p>
                          </p:txBody>
                        </p:sp>
                      </p:grpSp>
                      <p:sp>
                        <p:nvSpPr>
                          <p:cNvPr id="546" name="타원 545"/>
                          <p:cNvSpPr/>
                          <p:nvPr/>
                        </p:nvSpPr>
                        <p:spPr>
                          <a:xfrm>
                            <a:off x="6083047" y="2205000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547" name="직선 연결선 546"/>
                          <p:cNvCxnSpPr>
                            <a:stCxn id="546" idx="2"/>
                            <a:endCxn id="548" idx="3"/>
                          </p:cNvCxnSpPr>
                          <p:nvPr/>
                        </p:nvCxnSpPr>
                        <p:spPr>
                          <a:xfrm rot="10800000" flipV="1">
                            <a:off x="5638657" y="2223000"/>
                            <a:ext cx="444391" cy="73082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548" name="TextBox 547"/>
                          <p:cNvSpPr txBox="1"/>
                          <p:nvPr/>
                        </p:nvSpPr>
                        <p:spPr>
                          <a:xfrm>
                            <a:off x="5180806" y="2188360"/>
                            <a:ext cx="45785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800" dirty="0" smtClean="0"/>
                              <a:t>vt12</a:t>
                            </a:r>
                            <a:endParaRPr lang="ko-KR" altLang="en-US" sz="800" dirty="0"/>
                          </a:p>
                        </p:txBody>
                      </p:sp>
                      <p:grpSp>
                        <p:nvGrpSpPr>
                          <p:cNvPr id="549" name="그룹 407"/>
                          <p:cNvGrpSpPr/>
                          <p:nvPr/>
                        </p:nvGrpSpPr>
                        <p:grpSpPr>
                          <a:xfrm>
                            <a:off x="6083048" y="2089114"/>
                            <a:ext cx="850796" cy="288506"/>
                            <a:chOff x="6085429" y="2205794"/>
                            <a:chExt cx="850796" cy="288506"/>
                          </a:xfrm>
                        </p:grpSpPr>
                        <p:sp>
                          <p:nvSpPr>
                            <p:cNvPr id="554" name="타원 553"/>
                            <p:cNvSpPr/>
                            <p:nvPr/>
                          </p:nvSpPr>
                          <p:spPr>
                            <a:xfrm>
                              <a:off x="6085429" y="2205794"/>
                              <a:ext cx="36000" cy="36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55" name="직선 연결선 554"/>
                            <p:cNvCxnSpPr>
                              <a:stCxn id="556" idx="1"/>
                              <a:endCxn id="554" idx="6"/>
                            </p:cNvCxnSpPr>
                            <p:nvPr/>
                          </p:nvCxnSpPr>
                          <p:spPr>
                            <a:xfrm rot="10800000">
                              <a:off x="6121429" y="2223794"/>
                              <a:ext cx="432960" cy="162784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56" name="TextBox 555"/>
                            <p:cNvSpPr txBox="1"/>
                            <p:nvPr/>
                          </p:nvSpPr>
                          <p:spPr>
                            <a:xfrm>
                              <a:off x="6554389" y="2278856"/>
                              <a:ext cx="381836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800" dirty="0" smtClean="0"/>
                                <a:t>vt11</a:t>
                              </a:r>
                              <a:endParaRPr lang="ko-KR" altLang="en-US" sz="800" dirty="0"/>
                            </a:p>
                          </p:txBody>
                        </p:sp>
                      </p:grpSp>
                      <p:grpSp>
                        <p:nvGrpSpPr>
                          <p:cNvPr id="550" name="그룹 380"/>
                          <p:cNvGrpSpPr/>
                          <p:nvPr/>
                        </p:nvGrpSpPr>
                        <p:grpSpPr>
                          <a:xfrm>
                            <a:off x="5572125" y="2365375"/>
                            <a:ext cx="558304" cy="246221"/>
                            <a:chOff x="5572125" y="2365375"/>
                            <a:chExt cx="558304" cy="246221"/>
                          </a:xfrm>
                        </p:grpSpPr>
                        <p:sp>
                          <p:nvSpPr>
                            <p:cNvPr id="551" name="타원 550"/>
                            <p:cNvSpPr/>
                            <p:nvPr/>
                          </p:nvSpPr>
                          <p:spPr>
                            <a:xfrm>
                              <a:off x="6076429" y="2461485"/>
                              <a:ext cx="54000" cy="54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52" name="직선 연결선 551"/>
                            <p:cNvCxnSpPr>
                              <a:stCxn id="553" idx="3"/>
                              <a:endCxn id="551" idx="2"/>
                            </p:cNvCxnSpPr>
                            <p:nvPr/>
                          </p:nvCxnSpPr>
                          <p:spPr>
                            <a:xfrm flipV="1">
                              <a:off x="5934725" y="2488485"/>
                              <a:ext cx="141704" cy="1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53" name="TextBox 552"/>
                            <p:cNvSpPr txBox="1"/>
                            <p:nvPr/>
                          </p:nvSpPr>
                          <p:spPr>
                            <a:xfrm>
                              <a:off x="5572125" y="2365375"/>
                              <a:ext cx="362600" cy="2462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1000" dirty="0" smtClean="0"/>
                                <a:t>vl2</a:t>
                              </a:r>
                              <a:endParaRPr lang="ko-KR" altLang="en-US" sz="1000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531" name="그룹 461"/>
                        <p:cNvGrpSpPr/>
                        <p:nvPr/>
                      </p:nvGrpSpPr>
                      <p:grpSpPr>
                        <a:xfrm>
                          <a:off x="4699000" y="2513014"/>
                          <a:ext cx="1992963" cy="554986"/>
                          <a:chOff x="4699000" y="2513014"/>
                          <a:chExt cx="1992963" cy="554986"/>
                        </a:xfrm>
                      </p:grpSpPr>
                      <p:grpSp>
                        <p:nvGrpSpPr>
                          <p:cNvPr id="532" name="그룹 379"/>
                          <p:cNvGrpSpPr/>
                          <p:nvPr/>
                        </p:nvGrpSpPr>
                        <p:grpSpPr>
                          <a:xfrm>
                            <a:off x="6076429" y="2513014"/>
                            <a:ext cx="615534" cy="246221"/>
                            <a:chOff x="6076429" y="2513014"/>
                            <a:chExt cx="615534" cy="246221"/>
                          </a:xfrm>
                        </p:grpSpPr>
                        <p:sp>
                          <p:nvSpPr>
                            <p:cNvPr id="541" name="타원 540"/>
                            <p:cNvSpPr/>
                            <p:nvPr/>
                          </p:nvSpPr>
                          <p:spPr>
                            <a:xfrm>
                              <a:off x="6076429" y="2609124"/>
                              <a:ext cx="54000" cy="54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42" name="직선 연결선 541"/>
                            <p:cNvCxnSpPr>
                              <a:stCxn id="541" idx="6"/>
                              <a:endCxn id="543" idx="1"/>
                            </p:cNvCxnSpPr>
                            <p:nvPr/>
                          </p:nvCxnSpPr>
                          <p:spPr>
                            <a:xfrm>
                              <a:off x="6130429" y="2636124"/>
                              <a:ext cx="198934" cy="1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43" name="TextBox 542"/>
                            <p:cNvSpPr txBox="1"/>
                            <p:nvPr/>
                          </p:nvSpPr>
                          <p:spPr>
                            <a:xfrm>
                              <a:off x="6329363" y="2513014"/>
                              <a:ext cx="362600" cy="2462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altLang="ko-KR" sz="1000" dirty="0" smtClean="0"/>
                                <a:t>vl3</a:t>
                              </a:r>
                              <a:endParaRPr lang="ko-KR" altLang="en-US" sz="1000" dirty="0"/>
                            </a:p>
                          </p:txBody>
                        </p:sp>
                      </p:grpSp>
                      <p:grpSp>
                        <p:nvGrpSpPr>
                          <p:cNvPr id="533" name="그룹 348"/>
                          <p:cNvGrpSpPr/>
                          <p:nvPr/>
                        </p:nvGrpSpPr>
                        <p:grpSpPr>
                          <a:xfrm>
                            <a:off x="4699000" y="2821779"/>
                            <a:ext cx="1431429" cy="246221"/>
                            <a:chOff x="4699000" y="2821779"/>
                            <a:chExt cx="1431429" cy="246221"/>
                          </a:xfrm>
                        </p:grpSpPr>
                        <p:sp>
                          <p:nvSpPr>
                            <p:cNvPr id="538" name="타원 537"/>
                            <p:cNvSpPr/>
                            <p:nvPr/>
                          </p:nvSpPr>
                          <p:spPr>
                            <a:xfrm>
                              <a:off x="6076429" y="2917889"/>
                              <a:ext cx="54000" cy="54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39" name="직선 연결선 538"/>
                            <p:cNvCxnSpPr>
                              <a:endCxn id="540" idx="3"/>
                            </p:cNvCxnSpPr>
                            <p:nvPr/>
                          </p:nvCxnSpPr>
                          <p:spPr>
                            <a:xfrm rot="10800000" flipV="1">
                              <a:off x="5156851" y="2944480"/>
                              <a:ext cx="919579" cy="409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40" name="TextBox 539"/>
                            <p:cNvSpPr txBox="1"/>
                            <p:nvPr/>
                          </p:nvSpPr>
                          <p:spPr>
                            <a:xfrm>
                              <a:off x="4699000" y="2821779"/>
                              <a:ext cx="457850" cy="2462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1000" dirty="0" smtClean="0"/>
                                <a:t>vl5</a:t>
                              </a:r>
                              <a:endParaRPr lang="ko-KR" altLang="en-US" sz="1000" dirty="0"/>
                            </a:p>
                          </p:txBody>
                        </p:sp>
                      </p:grpSp>
                      <p:grpSp>
                        <p:nvGrpSpPr>
                          <p:cNvPr id="534" name="그룹 374"/>
                          <p:cNvGrpSpPr/>
                          <p:nvPr/>
                        </p:nvGrpSpPr>
                        <p:grpSpPr>
                          <a:xfrm>
                            <a:off x="5569744" y="2681287"/>
                            <a:ext cx="560685" cy="246221"/>
                            <a:chOff x="5569744" y="2681287"/>
                            <a:chExt cx="560685" cy="246221"/>
                          </a:xfrm>
                        </p:grpSpPr>
                        <p:sp>
                          <p:nvSpPr>
                            <p:cNvPr id="535" name="타원 534"/>
                            <p:cNvSpPr/>
                            <p:nvPr/>
                          </p:nvSpPr>
                          <p:spPr>
                            <a:xfrm>
                              <a:off x="6076429" y="2777397"/>
                              <a:ext cx="54000" cy="54000"/>
                            </a:xfrm>
                            <a:prstGeom prst="ellipse">
                              <a:avLst/>
                            </a:pr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ko-KR" altLang="en-US"/>
                            </a:p>
                          </p:txBody>
                        </p:sp>
                        <p:cxnSp>
                          <p:nvCxnSpPr>
                            <p:cNvPr id="536" name="직선 연결선 535"/>
                            <p:cNvCxnSpPr>
                              <a:stCxn id="537" idx="3"/>
                              <a:endCxn id="535" idx="2"/>
                            </p:cNvCxnSpPr>
                            <p:nvPr/>
                          </p:nvCxnSpPr>
                          <p:spPr>
                            <a:xfrm flipV="1">
                              <a:off x="5932344" y="2804397"/>
                              <a:ext cx="144085" cy="1"/>
                            </a:xfrm>
                            <a:prstGeom prst="line">
                              <a:avLst/>
                            </a:prstGeom>
                            <a:ln w="8890">
                              <a:solidFill>
                                <a:srgbClr val="FF0000"/>
                              </a:solidFill>
                              <a:tailEnd type="non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537" name="TextBox 536"/>
                            <p:cNvSpPr txBox="1"/>
                            <p:nvPr/>
                          </p:nvSpPr>
                          <p:spPr>
                            <a:xfrm>
                              <a:off x="5569744" y="2681287"/>
                              <a:ext cx="362600" cy="2462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en-US" altLang="ko-KR" sz="1000" dirty="0" smtClean="0"/>
                                <a:t>vl4</a:t>
                              </a:r>
                              <a:endParaRPr lang="ko-KR" altLang="en-US" sz="1000" dirty="0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524" name="그룹 527"/>
                      <p:cNvGrpSpPr/>
                      <p:nvPr/>
                    </p:nvGrpSpPr>
                    <p:grpSpPr>
                      <a:xfrm>
                        <a:off x="5313720" y="1358121"/>
                        <a:ext cx="1594975" cy="251148"/>
                        <a:chOff x="5313720" y="1358121"/>
                        <a:chExt cx="1594975" cy="251148"/>
                      </a:xfrm>
                    </p:grpSpPr>
                    <p:cxnSp>
                      <p:nvCxnSpPr>
                        <p:cNvPr id="525" name="직선 연결선 524"/>
                        <p:cNvCxnSpPr>
                          <a:endCxn id="529" idx="1"/>
                        </p:cNvCxnSpPr>
                        <p:nvPr/>
                      </p:nvCxnSpPr>
                      <p:spPr>
                        <a:xfrm>
                          <a:off x="6107638" y="1358121"/>
                          <a:ext cx="475327" cy="143426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26" name="타원 525"/>
                        <p:cNvSpPr/>
                        <p:nvPr/>
                      </p:nvSpPr>
                      <p:spPr>
                        <a:xfrm>
                          <a:off x="6085429" y="1403947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cxnSp>
                      <p:nvCxnSpPr>
                        <p:cNvPr id="527" name="직선 연결선 526"/>
                        <p:cNvCxnSpPr>
                          <a:stCxn id="528" idx="3"/>
                        </p:cNvCxnSpPr>
                        <p:nvPr/>
                      </p:nvCxnSpPr>
                      <p:spPr>
                        <a:xfrm flipV="1">
                          <a:off x="5639450" y="1419570"/>
                          <a:ext cx="457815" cy="77218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28" name="TextBox 527"/>
                        <p:cNvSpPr txBox="1"/>
                        <p:nvPr/>
                      </p:nvSpPr>
                      <p:spPr>
                        <a:xfrm>
                          <a:off x="5313720" y="1389066"/>
                          <a:ext cx="325730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altLang="ko-KR" sz="800" smtClean="0"/>
                            <a:t>vt2</a:t>
                          </a:r>
                          <a:endParaRPr lang="ko-KR" altLang="en-US" sz="800" dirty="0"/>
                        </a:p>
                      </p:txBody>
                    </p:sp>
                    <p:sp>
                      <p:nvSpPr>
                        <p:cNvPr id="529" name="TextBox 528"/>
                        <p:cNvSpPr txBox="1"/>
                        <p:nvPr/>
                      </p:nvSpPr>
                      <p:spPr>
                        <a:xfrm>
                          <a:off x="6582965" y="1393825"/>
                          <a:ext cx="325730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en-US" altLang="ko-KR" sz="800" dirty="0" smtClean="0"/>
                            <a:t>vt1</a:t>
                          </a:r>
                          <a:endParaRPr lang="ko-KR" altLang="en-US" sz="800" dirty="0"/>
                        </a:p>
                      </p:txBody>
                    </p:sp>
                  </p:grpSp>
                </p:grpSp>
              </p:grpSp>
            </p:grp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537"/>
          <p:cNvGrpSpPr/>
          <p:nvPr/>
        </p:nvGrpSpPr>
        <p:grpSpPr>
          <a:xfrm>
            <a:off x="2676000" y="0"/>
            <a:ext cx="6840000" cy="6858000"/>
            <a:chOff x="2676000" y="0"/>
            <a:chExt cx="6840000" cy="6858000"/>
          </a:xfrm>
        </p:grpSpPr>
        <p:sp>
          <p:nvSpPr>
            <p:cNvPr id="539" name="직사각형 538"/>
            <p:cNvSpPr/>
            <p:nvPr/>
          </p:nvSpPr>
          <p:spPr>
            <a:xfrm>
              <a:off x="2676000" y="9000"/>
              <a:ext cx="6840000" cy="68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40" name="Picture 2" descr="C:\Users\lmj\Desktop\1_VRlab\2017-06-17(인체관절그림수정)\LOA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64205" y="0"/>
              <a:ext cx="5863590" cy="6858000"/>
            </a:xfrm>
            <a:prstGeom prst="rect">
              <a:avLst/>
            </a:prstGeom>
            <a:noFill/>
          </p:spPr>
        </p:pic>
      </p:grpSp>
      <p:sp>
        <p:nvSpPr>
          <p:cNvPr id="216" name="TextBox 215"/>
          <p:cNvSpPr txBox="1"/>
          <p:nvPr/>
        </p:nvSpPr>
        <p:spPr>
          <a:xfrm>
            <a:off x="304799" y="281940"/>
            <a:ext cx="27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smtClean="0"/>
              <a:t>LOA-4</a:t>
            </a:r>
            <a:endParaRPr lang="ko-KR" altLang="en-US" sz="2000" b="1" dirty="0"/>
          </a:p>
        </p:txBody>
      </p:sp>
      <p:sp>
        <p:nvSpPr>
          <p:cNvPr id="9" name="타원 8"/>
          <p:cNvSpPr/>
          <p:nvPr/>
        </p:nvSpPr>
        <p:spPr>
          <a:xfrm>
            <a:off x="5310434" y="26441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6815773" y="264415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279331" y="350412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812662" y="3504124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773853" y="470777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336800" y="4707773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/>
          <p:cNvCxnSpPr/>
          <p:nvPr/>
        </p:nvCxnSpPr>
        <p:spPr>
          <a:xfrm flipV="1">
            <a:off x="6198394" y="171450"/>
            <a:ext cx="416719" cy="18415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6731000" y="136525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6870700" y="26924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endCxn id="80" idx="1"/>
          </p:cNvCxnSpPr>
          <p:nvPr/>
        </p:nvCxnSpPr>
        <p:spPr>
          <a:xfrm flipV="1">
            <a:off x="6889750" y="3406061"/>
            <a:ext cx="545306" cy="14994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6375400" y="47498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 flipH="1">
            <a:off x="4648200" y="26924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endCxn id="245" idx="1"/>
          </p:cNvCxnSpPr>
          <p:nvPr/>
        </p:nvCxnSpPr>
        <p:spPr>
          <a:xfrm rot="10800000">
            <a:off x="4613722" y="3406062"/>
            <a:ext cx="720278" cy="14994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 flipH="1">
            <a:off x="5143500" y="47498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623844" y="46832"/>
            <a:ext cx="7938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l_eyebrow</a:t>
            </a:r>
            <a:endParaRPr lang="ko-KR" alt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7454900" y="1225550"/>
            <a:ext cx="1276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l_acromioclavicular</a:t>
            </a:r>
            <a:endParaRPr lang="ko-KR" alt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7588250" y="2565400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l_elbow</a:t>
            </a:r>
            <a:endParaRPr lang="ko-KR" alt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7435056" y="3282950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l_radiocarpal</a:t>
            </a:r>
            <a:endParaRPr lang="ko-KR" altLang="en-US" sz="1000" dirty="0"/>
          </a:p>
        </p:txBody>
      </p:sp>
      <p:sp>
        <p:nvSpPr>
          <p:cNvPr id="71" name="타원 70"/>
          <p:cNvSpPr/>
          <p:nvPr/>
        </p:nvSpPr>
        <p:spPr>
          <a:xfrm>
            <a:off x="6711629" y="133981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6694961" y="1449352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>
            <a:off x="6201248" y="1260176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/>
          <p:cNvCxnSpPr>
            <a:endCxn id="106" idx="1"/>
          </p:cNvCxnSpPr>
          <p:nvPr/>
        </p:nvCxnSpPr>
        <p:spPr>
          <a:xfrm flipV="1">
            <a:off x="6216650" y="1043861"/>
            <a:ext cx="1073150" cy="26424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289800" y="920750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l_sternoclavicular</a:t>
            </a:r>
            <a:endParaRPr lang="ko-KR" altLang="en-US" sz="1000" dirty="0"/>
          </a:p>
        </p:txBody>
      </p:sp>
      <p:cxnSp>
        <p:nvCxnSpPr>
          <p:cNvPr id="112" name="직선 연결선 111"/>
          <p:cNvCxnSpPr>
            <a:endCxn id="113" idx="1"/>
          </p:cNvCxnSpPr>
          <p:nvPr/>
        </p:nvCxnSpPr>
        <p:spPr>
          <a:xfrm>
            <a:off x="6711950" y="1479550"/>
            <a:ext cx="685800" cy="977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7397750" y="1454150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l_shoulder</a:t>
            </a:r>
            <a:endParaRPr lang="ko-KR" altLang="en-US" sz="1000" dirty="0"/>
          </a:p>
        </p:txBody>
      </p:sp>
      <p:cxnSp>
        <p:nvCxnSpPr>
          <p:cNvPr id="161" name="직선 연결선 160"/>
          <p:cNvCxnSpPr/>
          <p:nvPr/>
        </p:nvCxnSpPr>
        <p:spPr>
          <a:xfrm flipH="1">
            <a:off x="4785159" y="1371600"/>
            <a:ext cx="704850" cy="15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 flipH="1">
            <a:off x="3489798" y="1231900"/>
            <a:ext cx="1289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smtClean="0"/>
              <a:t>r_acromioclavicular</a:t>
            </a:r>
            <a:endParaRPr lang="ko-KR" altLang="en-US" sz="1000" dirty="0"/>
          </a:p>
        </p:txBody>
      </p:sp>
      <p:sp>
        <p:nvSpPr>
          <p:cNvPr id="163" name="타원 162"/>
          <p:cNvSpPr/>
          <p:nvPr/>
        </p:nvSpPr>
        <p:spPr>
          <a:xfrm flipH="1">
            <a:off x="5455380" y="134616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타원 163"/>
          <p:cNvSpPr/>
          <p:nvPr/>
        </p:nvSpPr>
        <p:spPr>
          <a:xfrm flipH="1">
            <a:off x="5472048" y="1455702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/>
          <p:cNvSpPr/>
          <p:nvPr/>
        </p:nvSpPr>
        <p:spPr>
          <a:xfrm flipH="1">
            <a:off x="5911761" y="1260176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6" name="직선 연결선 165"/>
          <p:cNvCxnSpPr>
            <a:endCxn id="167" idx="1"/>
          </p:cNvCxnSpPr>
          <p:nvPr/>
        </p:nvCxnSpPr>
        <p:spPr>
          <a:xfrm flipH="1" flipV="1">
            <a:off x="4931209" y="1050211"/>
            <a:ext cx="1073150" cy="264240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 flipH="1">
            <a:off x="3731842" y="927100"/>
            <a:ext cx="1199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smtClean="0"/>
              <a:t>r_sternoclavicular</a:t>
            </a:r>
            <a:endParaRPr lang="ko-KR" altLang="en-US" sz="1000" dirty="0"/>
          </a:p>
        </p:txBody>
      </p:sp>
      <p:cxnSp>
        <p:nvCxnSpPr>
          <p:cNvPr id="168" name="직선 연결선 167"/>
          <p:cNvCxnSpPr>
            <a:endCxn id="169" idx="1"/>
          </p:cNvCxnSpPr>
          <p:nvPr/>
        </p:nvCxnSpPr>
        <p:spPr>
          <a:xfrm rot="10800000" flipV="1">
            <a:off x="4836083" y="1485899"/>
            <a:ext cx="672976" cy="977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 flipH="1">
            <a:off x="4048688" y="1460500"/>
            <a:ext cx="7873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smtClean="0"/>
              <a:t>r_shoulder</a:t>
            </a:r>
            <a:endParaRPr lang="ko-KR" altLang="en-US" sz="1000" dirty="0"/>
          </a:p>
        </p:txBody>
      </p:sp>
      <p:sp>
        <p:nvSpPr>
          <p:cNvPr id="143" name="타원 142"/>
          <p:cNvSpPr/>
          <p:nvPr/>
        </p:nvSpPr>
        <p:spPr>
          <a:xfrm>
            <a:off x="6185654" y="332543"/>
            <a:ext cx="36000" cy="36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/>
          <p:cNvSpPr/>
          <p:nvPr/>
        </p:nvSpPr>
        <p:spPr>
          <a:xfrm>
            <a:off x="6185654" y="382550"/>
            <a:ext cx="36000" cy="36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/>
          <p:cNvSpPr/>
          <p:nvPr/>
        </p:nvSpPr>
        <p:spPr>
          <a:xfrm>
            <a:off x="6149654" y="435469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/>
          <p:cNvSpPr/>
          <p:nvPr/>
        </p:nvSpPr>
        <p:spPr>
          <a:xfrm>
            <a:off x="6082979" y="62781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/>
          <p:cNvCxnSpPr/>
          <p:nvPr/>
        </p:nvCxnSpPr>
        <p:spPr>
          <a:xfrm rot="5400000" flipH="1" flipV="1">
            <a:off x="6402655" y="174855"/>
            <a:ext cx="22982" cy="425747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6623844" y="251619"/>
            <a:ext cx="793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l_eyelid</a:t>
            </a:r>
            <a:endParaRPr lang="ko-KR" altLang="en-US" sz="1000" dirty="0"/>
          </a:p>
        </p:txBody>
      </p:sp>
      <p:cxnSp>
        <p:nvCxnSpPr>
          <p:cNvPr id="152" name="직선 연결선 151"/>
          <p:cNvCxnSpPr>
            <a:endCxn id="153" idx="1"/>
          </p:cNvCxnSpPr>
          <p:nvPr/>
        </p:nvCxnSpPr>
        <p:spPr>
          <a:xfrm>
            <a:off x="6177461" y="508757"/>
            <a:ext cx="446383" cy="44566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623844" y="430212"/>
            <a:ext cx="7938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l_eyeball</a:t>
            </a:r>
            <a:endParaRPr lang="ko-KR" altLang="en-US" sz="1000" dirty="0"/>
          </a:p>
        </p:txBody>
      </p:sp>
      <p:cxnSp>
        <p:nvCxnSpPr>
          <p:cNvPr id="160" name="직선 연결선 159"/>
          <p:cNvCxnSpPr>
            <a:stCxn id="174" idx="3"/>
          </p:cNvCxnSpPr>
          <p:nvPr/>
        </p:nvCxnSpPr>
        <p:spPr>
          <a:xfrm flipV="1">
            <a:off x="5745230" y="655719"/>
            <a:ext cx="376169" cy="147636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4401592" y="680244"/>
            <a:ext cx="1343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smtClean="0"/>
              <a:t>temporomandibular</a:t>
            </a:r>
            <a:endParaRPr lang="ko-KR" altLang="en-US" sz="1000" dirty="0"/>
          </a:p>
        </p:txBody>
      </p:sp>
      <p:grpSp>
        <p:nvGrpSpPr>
          <p:cNvPr id="3" name="그룹 175"/>
          <p:cNvGrpSpPr/>
          <p:nvPr/>
        </p:nvGrpSpPr>
        <p:grpSpPr>
          <a:xfrm flipH="1">
            <a:off x="4785198" y="44450"/>
            <a:ext cx="1267997" cy="629601"/>
            <a:chOff x="6149654" y="46832"/>
            <a:chExt cx="1267997" cy="629601"/>
          </a:xfrm>
        </p:grpSpPr>
        <p:cxnSp>
          <p:nvCxnSpPr>
            <p:cNvPr id="177" name="직선 연결선 176"/>
            <p:cNvCxnSpPr/>
            <p:nvPr/>
          </p:nvCxnSpPr>
          <p:spPr>
            <a:xfrm flipV="1">
              <a:off x="6198394" y="171450"/>
              <a:ext cx="416719" cy="18415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/>
            <p:cNvSpPr txBox="1"/>
            <p:nvPr/>
          </p:nvSpPr>
          <p:spPr>
            <a:xfrm>
              <a:off x="6623844" y="46832"/>
              <a:ext cx="7938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smtClean="0"/>
                <a:t>r_eyebrow</a:t>
              </a:r>
              <a:endParaRPr lang="ko-KR" altLang="en-US" sz="1000" dirty="0"/>
            </a:p>
          </p:txBody>
        </p:sp>
        <p:sp>
          <p:nvSpPr>
            <p:cNvPr id="183" name="타원 182"/>
            <p:cNvSpPr/>
            <p:nvPr/>
          </p:nvSpPr>
          <p:spPr>
            <a:xfrm>
              <a:off x="6185654" y="332543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186" name="타원 185"/>
            <p:cNvSpPr/>
            <p:nvPr/>
          </p:nvSpPr>
          <p:spPr>
            <a:xfrm>
              <a:off x="6185654" y="382550"/>
              <a:ext cx="36000" cy="3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187" name="타원 186"/>
            <p:cNvSpPr/>
            <p:nvPr/>
          </p:nvSpPr>
          <p:spPr>
            <a:xfrm>
              <a:off x="6149654" y="435469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188" name="직선 연결선 187"/>
            <p:cNvCxnSpPr/>
            <p:nvPr/>
          </p:nvCxnSpPr>
          <p:spPr>
            <a:xfrm rot="5400000" flipH="1" flipV="1">
              <a:off x="6402655" y="174855"/>
              <a:ext cx="22982" cy="425747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6623844" y="251619"/>
              <a:ext cx="7938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smtClean="0"/>
                <a:t>r_eyelid</a:t>
              </a:r>
              <a:endParaRPr lang="ko-KR" altLang="en-US" sz="1000" dirty="0"/>
            </a:p>
          </p:txBody>
        </p:sp>
        <p:cxnSp>
          <p:nvCxnSpPr>
            <p:cNvPr id="190" name="직선 연결선 189"/>
            <p:cNvCxnSpPr>
              <a:endCxn id="191" idx="1"/>
            </p:cNvCxnSpPr>
            <p:nvPr/>
          </p:nvCxnSpPr>
          <p:spPr>
            <a:xfrm>
              <a:off x="6177461" y="508757"/>
              <a:ext cx="446383" cy="4456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6623844" y="430212"/>
              <a:ext cx="79380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smtClean="0"/>
                <a:t>r_eyeball</a:t>
              </a:r>
              <a:endParaRPr lang="ko-KR" altLang="en-US" sz="1000" dirty="0"/>
            </a:p>
          </p:txBody>
        </p:sp>
      </p:grpSp>
      <p:sp>
        <p:nvSpPr>
          <p:cNvPr id="221" name="TextBox 220"/>
          <p:cNvSpPr txBox="1"/>
          <p:nvPr/>
        </p:nvSpPr>
        <p:spPr>
          <a:xfrm>
            <a:off x="7086600" y="4616450"/>
            <a:ext cx="5469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l_knee</a:t>
            </a:r>
            <a:endParaRPr lang="ko-KR" altLang="en-US" sz="1000" dirty="0"/>
          </a:p>
        </p:txBody>
      </p:sp>
      <p:sp>
        <p:nvSpPr>
          <p:cNvPr id="239" name="TextBox 238"/>
          <p:cNvSpPr txBox="1"/>
          <p:nvPr/>
        </p:nvSpPr>
        <p:spPr>
          <a:xfrm flipH="1">
            <a:off x="4021038" y="2565400"/>
            <a:ext cx="6335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r_elbow</a:t>
            </a:r>
            <a:endParaRPr lang="ko-KR" altLang="en-US" sz="1000" dirty="0"/>
          </a:p>
        </p:txBody>
      </p:sp>
      <p:sp>
        <p:nvSpPr>
          <p:cNvPr id="245" name="TextBox 244"/>
          <p:cNvSpPr txBox="1"/>
          <p:nvPr/>
        </p:nvSpPr>
        <p:spPr>
          <a:xfrm flipH="1">
            <a:off x="3682057" y="3282950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r_radiocarpal</a:t>
            </a:r>
            <a:endParaRPr lang="ko-KR" altLang="en-US" sz="1000" dirty="0"/>
          </a:p>
        </p:txBody>
      </p:sp>
      <p:sp>
        <p:nvSpPr>
          <p:cNvPr id="254" name="TextBox 253"/>
          <p:cNvSpPr txBox="1"/>
          <p:nvPr/>
        </p:nvSpPr>
        <p:spPr>
          <a:xfrm flipH="1">
            <a:off x="4596426" y="4616450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r_knee</a:t>
            </a:r>
            <a:endParaRPr lang="ko-KR" altLang="en-US" sz="1000" dirty="0"/>
          </a:p>
        </p:txBody>
      </p:sp>
      <p:grpSp>
        <p:nvGrpSpPr>
          <p:cNvPr id="4" name="그룹 258"/>
          <p:cNvGrpSpPr/>
          <p:nvPr/>
        </p:nvGrpSpPr>
        <p:grpSpPr>
          <a:xfrm>
            <a:off x="6766392" y="3590102"/>
            <a:ext cx="487686" cy="96864"/>
            <a:chOff x="6737820" y="3663913"/>
            <a:chExt cx="487686" cy="96864"/>
          </a:xfrm>
        </p:grpSpPr>
        <p:sp>
          <p:nvSpPr>
            <p:cNvPr id="209" name="타원 208"/>
            <p:cNvSpPr/>
            <p:nvPr/>
          </p:nvSpPr>
          <p:spPr>
            <a:xfrm>
              <a:off x="6737820" y="3663913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타원 209"/>
            <p:cNvSpPr/>
            <p:nvPr/>
          </p:nvSpPr>
          <p:spPr>
            <a:xfrm>
              <a:off x="6823546" y="3706777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7" name="직선 연결선 216"/>
            <p:cNvCxnSpPr>
              <a:endCxn id="210" idx="5"/>
            </p:cNvCxnSpPr>
            <p:nvPr/>
          </p:nvCxnSpPr>
          <p:spPr>
            <a:xfrm>
              <a:off x="6760059" y="3686958"/>
              <a:ext cx="109579" cy="659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6848971" y="3733777"/>
              <a:ext cx="376535" cy="297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5" name="TextBox 254"/>
          <p:cNvSpPr txBox="1"/>
          <p:nvPr/>
        </p:nvSpPr>
        <p:spPr>
          <a:xfrm>
            <a:off x="7239317" y="3555214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l_midcarpal</a:t>
            </a:r>
            <a:r>
              <a:rPr lang="en-US" altLang="ko-KR" sz="800" dirty="0" smtClean="0"/>
              <a:t>_[1,2,3,4_5]</a:t>
            </a:r>
            <a:endParaRPr lang="ko-KR" altLang="en-US" sz="800" dirty="0"/>
          </a:p>
        </p:txBody>
      </p:sp>
      <p:sp>
        <p:nvSpPr>
          <p:cNvPr id="256" name="TextBox 255"/>
          <p:cNvSpPr txBox="1"/>
          <p:nvPr/>
        </p:nvSpPr>
        <p:spPr>
          <a:xfrm>
            <a:off x="7239317" y="3727772"/>
            <a:ext cx="15007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 smtClean="0"/>
              <a:t>l_carpometacarpal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258" name="TextBox 257"/>
          <p:cNvSpPr txBox="1"/>
          <p:nvPr/>
        </p:nvSpPr>
        <p:spPr>
          <a:xfrm>
            <a:off x="6589712" y="4264820"/>
            <a:ext cx="2356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l_carpal_distal_interphalangeal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257" name="TextBox 256"/>
          <p:cNvSpPr txBox="1"/>
          <p:nvPr/>
        </p:nvSpPr>
        <p:spPr>
          <a:xfrm>
            <a:off x="7239317" y="3900330"/>
            <a:ext cx="180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l_metacarpophalangeal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315" name="TextBox 314"/>
          <p:cNvSpPr txBox="1"/>
          <p:nvPr/>
        </p:nvSpPr>
        <p:spPr>
          <a:xfrm>
            <a:off x="7239317" y="4072887"/>
            <a:ext cx="21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 smtClean="0"/>
              <a:t>l_carpal_proximal_interphalangeal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grpSp>
        <p:nvGrpSpPr>
          <p:cNvPr id="6" name="그룹 258"/>
          <p:cNvGrpSpPr/>
          <p:nvPr/>
        </p:nvGrpSpPr>
        <p:grpSpPr>
          <a:xfrm flipH="1">
            <a:off x="4940573" y="3596450"/>
            <a:ext cx="487686" cy="96864"/>
            <a:chOff x="6737820" y="3663913"/>
            <a:chExt cx="487686" cy="96864"/>
          </a:xfrm>
        </p:grpSpPr>
        <p:sp>
          <p:nvSpPr>
            <p:cNvPr id="329" name="타원 328"/>
            <p:cNvSpPr/>
            <p:nvPr/>
          </p:nvSpPr>
          <p:spPr>
            <a:xfrm>
              <a:off x="6737820" y="3663913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타원 329"/>
            <p:cNvSpPr/>
            <p:nvPr/>
          </p:nvSpPr>
          <p:spPr>
            <a:xfrm>
              <a:off x="6823546" y="3706777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1" name="직선 연결선 330"/>
            <p:cNvCxnSpPr>
              <a:endCxn id="330" idx="5"/>
            </p:cNvCxnSpPr>
            <p:nvPr/>
          </p:nvCxnSpPr>
          <p:spPr>
            <a:xfrm>
              <a:off x="6760059" y="3686958"/>
              <a:ext cx="109579" cy="65911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연결선 331"/>
            <p:cNvCxnSpPr/>
            <p:nvPr/>
          </p:nvCxnSpPr>
          <p:spPr>
            <a:xfrm>
              <a:off x="6848971" y="3733777"/>
              <a:ext cx="376535" cy="297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8" name="TextBox 327"/>
          <p:cNvSpPr txBox="1"/>
          <p:nvPr/>
        </p:nvSpPr>
        <p:spPr>
          <a:xfrm flipH="1">
            <a:off x="3758298" y="3561562"/>
            <a:ext cx="12186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r_midcarpal</a:t>
            </a:r>
            <a:r>
              <a:rPr lang="en-US" altLang="ko-KR" sz="800" dirty="0" smtClean="0"/>
              <a:t>_[1,2,3,4_5]</a:t>
            </a:r>
            <a:endParaRPr lang="ko-KR" altLang="en-US" sz="800" dirty="0"/>
          </a:p>
        </p:txBody>
      </p:sp>
      <p:sp>
        <p:nvSpPr>
          <p:cNvPr id="347" name="TextBox 346"/>
          <p:cNvSpPr txBox="1"/>
          <p:nvPr/>
        </p:nvSpPr>
        <p:spPr>
          <a:xfrm flipH="1">
            <a:off x="3464949" y="3734120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 err="1" smtClean="0"/>
              <a:t>r_carpometacarpal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351" name="TextBox 350"/>
          <p:cNvSpPr txBox="1"/>
          <p:nvPr/>
        </p:nvSpPr>
        <p:spPr>
          <a:xfrm flipH="1">
            <a:off x="3248295" y="4271168"/>
            <a:ext cx="2356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r_carpal_distal_interphalangeal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359" name="TextBox 358"/>
          <p:cNvSpPr txBox="1"/>
          <p:nvPr/>
        </p:nvSpPr>
        <p:spPr>
          <a:xfrm flipH="1">
            <a:off x="3176901" y="3906678"/>
            <a:ext cx="180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r_metacarpophalangeal</a:t>
            </a:r>
            <a:r>
              <a:rPr lang="en-US" altLang="ko-KR" sz="800" dirty="0" smtClean="0"/>
              <a:t>_[1,2,3,4,5]</a:t>
            </a:r>
            <a:endParaRPr lang="ko-KR" altLang="en-US" sz="800" dirty="0"/>
          </a:p>
        </p:txBody>
      </p:sp>
      <p:sp>
        <p:nvSpPr>
          <p:cNvPr id="374" name="TextBox 373"/>
          <p:cNvSpPr txBox="1"/>
          <p:nvPr/>
        </p:nvSpPr>
        <p:spPr>
          <a:xfrm flipH="1">
            <a:off x="2816901" y="4079235"/>
            <a:ext cx="216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 err="1" smtClean="0"/>
              <a:t>r_carpal_proximal_interphalangeal</a:t>
            </a:r>
            <a:r>
              <a:rPr lang="en-US" altLang="ko-KR" sz="800" dirty="0" smtClean="0"/>
              <a:t>_[2,3,4,5]</a:t>
            </a:r>
            <a:endParaRPr lang="ko-KR" altLang="en-US" sz="800" dirty="0"/>
          </a:p>
        </p:txBody>
      </p:sp>
      <p:sp>
        <p:nvSpPr>
          <p:cNvPr id="401" name="TextBox 400"/>
          <p:cNvSpPr txBox="1"/>
          <p:nvPr/>
        </p:nvSpPr>
        <p:spPr>
          <a:xfrm>
            <a:off x="5344031" y="6559428"/>
            <a:ext cx="14398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r/l_tarsal_interphalangeal_1</a:t>
            </a:r>
            <a:endParaRPr lang="ko-KR" altLang="en-US" sz="800" dirty="0"/>
          </a:p>
        </p:txBody>
      </p:sp>
      <p:grpSp>
        <p:nvGrpSpPr>
          <p:cNvPr id="7" name="그룹 412"/>
          <p:cNvGrpSpPr/>
          <p:nvPr/>
        </p:nvGrpSpPr>
        <p:grpSpPr>
          <a:xfrm>
            <a:off x="6092474" y="5099050"/>
            <a:ext cx="2967235" cy="1708150"/>
            <a:chOff x="6092474" y="5099050"/>
            <a:chExt cx="2967235" cy="1708150"/>
          </a:xfrm>
        </p:grpSpPr>
        <p:cxnSp>
          <p:nvCxnSpPr>
            <p:cNvPr id="40" name="직선 연결선 39"/>
            <p:cNvCxnSpPr>
              <a:stCxn id="170" idx="7"/>
              <a:endCxn id="394" idx="1"/>
            </p:cNvCxnSpPr>
            <p:nvPr/>
          </p:nvCxnSpPr>
          <p:spPr>
            <a:xfrm rot="5400000" flipH="1" flipV="1">
              <a:off x="6400428" y="5458820"/>
              <a:ext cx="414334" cy="50556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타원 169"/>
            <p:cNvSpPr/>
            <p:nvPr/>
          </p:nvSpPr>
          <p:spPr>
            <a:xfrm>
              <a:off x="6308720" y="591086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타원 170"/>
            <p:cNvSpPr/>
            <p:nvPr/>
          </p:nvSpPr>
          <p:spPr>
            <a:xfrm>
              <a:off x="6332532" y="5984681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타원 171"/>
            <p:cNvSpPr/>
            <p:nvPr/>
          </p:nvSpPr>
          <p:spPr>
            <a:xfrm>
              <a:off x="6351582" y="6068026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타원 172"/>
            <p:cNvSpPr/>
            <p:nvPr/>
          </p:nvSpPr>
          <p:spPr>
            <a:xfrm>
              <a:off x="6368251" y="618232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8" name="직선 연결선 177"/>
            <p:cNvCxnSpPr>
              <a:stCxn id="171" idx="6"/>
              <a:endCxn id="396" idx="1"/>
            </p:cNvCxnSpPr>
            <p:nvPr/>
          </p:nvCxnSpPr>
          <p:spPr>
            <a:xfrm flipV="1">
              <a:off x="6386532" y="5733036"/>
              <a:ext cx="556396" cy="278645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/>
            <p:cNvCxnSpPr>
              <a:stCxn id="172" idx="6"/>
            </p:cNvCxnSpPr>
            <p:nvPr/>
          </p:nvCxnSpPr>
          <p:spPr>
            <a:xfrm flipV="1">
              <a:off x="6405582" y="5957173"/>
              <a:ext cx="480200" cy="13785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>
              <a:stCxn id="173" idx="6"/>
              <a:endCxn id="399" idx="1"/>
            </p:cNvCxnSpPr>
            <p:nvPr/>
          </p:nvCxnSpPr>
          <p:spPr>
            <a:xfrm flipV="1">
              <a:off x="6422251" y="6133086"/>
              <a:ext cx="514327" cy="76239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타원 382"/>
            <p:cNvSpPr/>
            <p:nvPr/>
          </p:nvSpPr>
          <p:spPr>
            <a:xfrm>
              <a:off x="6396826" y="625852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4" name="직선 연결선 383"/>
            <p:cNvCxnSpPr>
              <a:stCxn id="383" idx="6"/>
              <a:endCxn id="400" idx="1"/>
            </p:cNvCxnSpPr>
            <p:nvPr/>
          </p:nvCxnSpPr>
          <p:spPr>
            <a:xfrm>
              <a:off x="6450826" y="6285525"/>
              <a:ext cx="536552" cy="2365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" name="타원 384"/>
            <p:cNvSpPr/>
            <p:nvPr/>
          </p:nvSpPr>
          <p:spPr>
            <a:xfrm>
              <a:off x="6411114" y="631091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6" name="직선 연결선 385"/>
            <p:cNvCxnSpPr>
              <a:stCxn id="385" idx="6"/>
              <a:endCxn id="402" idx="1"/>
            </p:cNvCxnSpPr>
            <p:nvPr/>
          </p:nvCxnSpPr>
          <p:spPr>
            <a:xfrm>
              <a:off x="6465114" y="6337912"/>
              <a:ext cx="446694" cy="16641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타원 386"/>
            <p:cNvSpPr/>
            <p:nvPr/>
          </p:nvSpPr>
          <p:spPr>
            <a:xfrm>
              <a:off x="6420639" y="636329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8" name="직선 연결선 387"/>
            <p:cNvCxnSpPr>
              <a:stCxn id="387" idx="6"/>
              <a:endCxn id="403" idx="1"/>
            </p:cNvCxnSpPr>
            <p:nvPr/>
          </p:nvCxnSpPr>
          <p:spPr>
            <a:xfrm>
              <a:off x="6474639" y="6390299"/>
              <a:ext cx="399069" cy="309179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직선 연결선 388"/>
            <p:cNvCxnSpPr/>
            <p:nvPr/>
          </p:nvCxnSpPr>
          <p:spPr>
            <a:xfrm rot="5400000" flipH="1" flipV="1">
              <a:off x="6244173" y="5349390"/>
              <a:ext cx="578420" cy="40794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타원 391"/>
            <p:cNvSpPr/>
            <p:nvPr/>
          </p:nvSpPr>
          <p:spPr>
            <a:xfrm>
              <a:off x="6266562" y="58015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6742906" y="5099050"/>
              <a:ext cx="8451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smtClean="0"/>
                <a:t>l_talocrural</a:t>
              </a:r>
              <a:endParaRPr lang="ko-KR" altLang="en-US" sz="1000" dirty="0"/>
            </a:p>
          </p:txBody>
        </p:sp>
        <p:sp>
          <p:nvSpPr>
            <p:cNvPr id="394" name="TextBox 393"/>
            <p:cNvSpPr txBox="1"/>
            <p:nvPr/>
          </p:nvSpPr>
          <p:spPr>
            <a:xfrm>
              <a:off x="6860378" y="5396714"/>
              <a:ext cx="10166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mtClean="0"/>
                <a:t>l_calcaneuscuboid</a:t>
              </a:r>
              <a:endParaRPr lang="ko-KR" altLang="en-US" sz="800" dirty="0"/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6942928" y="5625314"/>
              <a:ext cx="124104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l_talocalcaneonavicular</a:t>
              </a:r>
              <a:endParaRPr lang="ko-KR" altLang="en-US" sz="800" dirty="0"/>
            </a:p>
          </p:txBody>
        </p:sp>
        <p:sp>
          <p:nvSpPr>
            <p:cNvPr id="398" name="TextBox 397"/>
            <p:cNvSpPr txBox="1"/>
            <p:nvPr/>
          </p:nvSpPr>
          <p:spPr>
            <a:xfrm>
              <a:off x="6892128" y="5828514"/>
              <a:ext cx="21675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l_cuneonavicular</a:t>
              </a:r>
              <a:r>
                <a:rPr lang="en-US" altLang="ko-KR" sz="800" dirty="0" smtClean="0"/>
                <a:t>_[1,2,3] / </a:t>
              </a:r>
              <a:r>
                <a:rPr lang="en-US" altLang="ko-KR" sz="800" dirty="0" err="1" smtClean="0"/>
                <a:t>l_transversetarsal</a:t>
              </a:r>
              <a:endParaRPr lang="ko-KR" altLang="en-US" sz="800" dirty="0"/>
            </a:p>
          </p:txBody>
        </p:sp>
        <p:sp>
          <p:nvSpPr>
            <p:cNvPr id="399" name="TextBox 398"/>
            <p:cNvSpPr txBox="1"/>
            <p:nvPr/>
          </p:nvSpPr>
          <p:spPr>
            <a:xfrm>
              <a:off x="6936578" y="6025364"/>
              <a:ext cx="14430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l_tarsometatarsal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400" name="TextBox 399"/>
            <p:cNvSpPr txBox="1"/>
            <p:nvPr/>
          </p:nvSpPr>
          <p:spPr>
            <a:xfrm>
              <a:off x="6987378" y="6201461"/>
              <a:ext cx="170110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l_metatarsophalangeal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6911808" y="6396608"/>
              <a:ext cx="210666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l_tarsal_proximal_interphalangeal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sp>
          <p:nvSpPr>
            <p:cNvPr id="403" name="TextBox 402"/>
            <p:cNvSpPr txBox="1"/>
            <p:nvPr/>
          </p:nvSpPr>
          <p:spPr>
            <a:xfrm>
              <a:off x="6873708" y="6591756"/>
              <a:ext cx="195277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 err="1" smtClean="0"/>
                <a:t>l_tarsal_distal_interphalangeal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sp>
          <p:nvSpPr>
            <p:cNvPr id="404" name="타원 403"/>
            <p:cNvSpPr/>
            <p:nvPr/>
          </p:nvSpPr>
          <p:spPr>
            <a:xfrm>
              <a:off x="6287289" y="635059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05" name="직선 연결선 404"/>
            <p:cNvCxnSpPr>
              <a:stCxn id="404" idx="3"/>
            </p:cNvCxnSpPr>
            <p:nvPr/>
          </p:nvCxnSpPr>
          <p:spPr>
            <a:xfrm flipH="1">
              <a:off x="6092474" y="6396691"/>
              <a:ext cx="202723" cy="157722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413"/>
          <p:cNvGrpSpPr/>
          <p:nvPr/>
        </p:nvGrpSpPr>
        <p:grpSpPr>
          <a:xfrm flipH="1">
            <a:off x="3103850" y="5099050"/>
            <a:ext cx="2960090" cy="1708150"/>
            <a:chOff x="6122060" y="5099050"/>
            <a:chExt cx="2960090" cy="1708150"/>
          </a:xfrm>
        </p:grpSpPr>
        <p:cxnSp>
          <p:nvCxnSpPr>
            <p:cNvPr id="415" name="직선 연결선 414"/>
            <p:cNvCxnSpPr>
              <a:stCxn id="416" idx="7"/>
              <a:endCxn id="432" idx="1"/>
            </p:cNvCxnSpPr>
            <p:nvPr/>
          </p:nvCxnSpPr>
          <p:spPr>
            <a:xfrm rot="5400000" flipH="1" flipV="1">
              <a:off x="6394818" y="5464430"/>
              <a:ext cx="414334" cy="494346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타원 415"/>
            <p:cNvSpPr/>
            <p:nvPr/>
          </p:nvSpPr>
          <p:spPr>
            <a:xfrm>
              <a:off x="6308720" y="591086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417" name="타원 416"/>
            <p:cNvSpPr/>
            <p:nvPr/>
          </p:nvSpPr>
          <p:spPr>
            <a:xfrm>
              <a:off x="6332532" y="5984681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418" name="타원 417"/>
            <p:cNvSpPr/>
            <p:nvPr/>
          </p:nvSpPr>
          <p:spPr>
            <a:xfrm>
              <a:off x="6351582" y="6068026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419" name="타원 418"/>
            <p:cNvSpPr/>
            <p:nvPr/>
          </p:nvSpPr>
          <p:spPr>
            <a:xfrm>
              <a:off x="6368251" y="618232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420" name="직선 연결선 419"/>
            <p:cNvCxnSpPr>
              <a:stCxn id="417" idx="6"/>
              <a:endCxn id="433" idx="1"/>
            </p:cNvCxnSpPr>
            <p:nvPr/>
          </p:nvCxnSpPr>
          <p:spPr>
            <a:xfrm flipV="1">
              <a:off x="6386532" y="5733036"/>
              <a:ext cx="533954" cy="278645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직선 연결선 420"/>
            <p:cNvCxnSpPr>
              <a:stCxn id="418" idx="6"/>
            </p:cNvCxnSpPr>
            <p:nvPr/>
          </p:nvCxnSpPr>
          <p:spPr>
            <a:xfrm flipV="1">
              <a:off x="6405582" y="5957173"/>
              <a:ext cx="480200" cy="137853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직선 연결선 421"/>
            <p:cNvCxnSpPr>
              <a:stCxn id="419" idx="6"/>
              <a:endCxn id="435" idx="1"/>
            </p:cNvCxnSpPr>
            <p:nvPr/>
          </p:nvCxnSpPr>
          <p:spPr>
            <a:xfrm rot="10800000" flipH="1">
              <a:off x="6422250" y="6133087"/>
              <a:ext cx="514327" cy="76239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타원 422"/>
            <p:cNvSpPr/>
            <p:nvPr/>
          </p:nvSpPr>
          <p:spPr>
            <a:xfrm>
              <a:off x="6396826" y="6258525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424" name="직선 연결선 423"/>
            <p:cNvCxnSpPr>
              <a:stCxn id="423" idx="6"/>
              <a:endCxn id="436" idx="1"/>
            </p:cNvCxnSpPr>
            <p:nvPr/>
          </p:nvCxnSpPr>
          <p:spPr>
            <a:xfrm>
              <a:off x="6450826" y="6285525"/>
              <a:ext cx="536552" cy="2365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" name="타원 424"/>
            <p:cNvSpPr/>
            <p:nvPr/>
          </p:nvSpPr>
          <p:spPr>
            <a:xfrm>
              <a:off x="6411114" y="6310912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426" name="직선 연결선 425"/>
            <p:cNvCxnSpPr>
              <a:stCxn id="425" idx="6"/>
              <a:endCxn id="437" idx="1"/>
            </p:cNvCxnSpPr>
            <p:nvPr/>
          </p:nvCxnSpPr>
          <p:spPr>
            <a:xfrm>
              <a:off x="6465114" y="6337912"/>
              <a:ext cx="446694" cy="166418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" name="타원 426"/>
            <p:cNvSpPr/>
            <p:nvPr/>
          </p:nvSpPr>
          <p:spPr>
            <a:xfrm>
              <a:off x="6420639" y="636329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428" name="직선 연결선 427"/>
            <p:cNvCxnSpPr>
              <a:stCxn id="427" idx="6"/>
              <a:endCxn id="438" idx="1"/>
            </p:cNvCxnSpPr>
            <p:nvPr/>
          </p:nvCxnSpPr>
          <p:spPr>
            <a:xfrm>
              <a:off x="6474639" y="6390299"/>
              <a:ext cx="399069" cy="309179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직선 연결선 428"/>
            <p:cNvCxnSpPr/>
            <p:nvPr/>
          </p:nvCxnSpPr>
          <p:spPr>
            <a:xfrm rot="5400000" flipH="1" flipV="1">
              <a:off x="6244173" y="5349390"/>
              <a:ext cx="578420" cy="407940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" name="타원 429"/>
            <p:cNvSpPr/>
            <p:nvPr/>
          </p:nvSpPr>
          <p:spPr>
            <a:xfrm>
              <a:off x="6266562" y="5801554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6742906" y="5099050"/>
              <a:ext cx="8451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smtClean="0"/>
                <a:t>r_talocrural</a:t>
              </a:r>
              <a:endParaRPr lang="ko-KR" altLang="en-US" sz="1000" dirty="0"/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6849158" y="5396714"/>
              <a:ext cx="102784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r_calcaneuscuboid</a:t>
              </a:r>
              <a:endParaRPr lang="ko-KR" altLang="en-US" sz="800" dirty="0"/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6920486" y="5625314"/>
              <a:ext cx="12522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r_talocalcaneonavicular</a:t>
              </a:r>
              <a:endParaRPr lang="ko-KR" altLang="en-US" sz="800" dirty="0"/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6892127" y="5828514"/>
              <a:ext cx="21900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r_cuneonavicular</a:t>
              </a:r>
              <a:r>
                <a:rPr lang="en-US" altLang="ko-KR" sz="800" dirty="0" smtClean="0"/>
                <a:t>_[1,2,3] / </a:t>
              </a:r>
              <a:r>
                <a:rPr lang="en-US" altLang="ko-KR" sz="800" dirty="0" err="1" smtClean="0"/>
                <a:t>r_transversetarsal</a:t>
              </a:r>
              <a:endParaRPr lang="ko-KR" altLang="en-US" sz="800" dirty="0"/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6936578" y="6025364"/>
              <a:ext cx="145424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r_tarsometatarsal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987378" y="6201461"/>
              <a:ext cx="17123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r_metatarsophalangeal</a:t>
              </a:r>
              <a:r>
                <a:rPr lang="en-US" altLang="ko-KR" sz="800" dirty="0" smtClean="0"/>
                <a:t>_[1,2,3,4,5]</a:t>
              </a:r>
              <a:endParaRPr lang="ko-KR" altLang="en-US" sz="800" dirty="0"/>
            </a:p>
          </p:txBody>
        </p:sp>
        <p:sp>
          <p:nvSpPr>
            <p:cNvPr id="437" name="TextBox 436"/>
            <p:cNvSpPr txBox="1"/>
            <p:nvPr/>
          </p:nvSpPr>
          <p:spPr>
            <a:xfrm>
              <a:off x="6911808" y="6396608"/>
              <a:ext cx="21178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r_tarsal_proximal_interphalangeal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sp>
          <p:nvSpPr>
            <p:cNvPr id="438" name="TextBox 437"/>
            <p:cNvSpPr txBox="1"/>
            <p:nvPr/>
          </p:nvSpPr>
          <p:spPr>
            <a:xfrm>
              <a:off x="6873708" y="6591756"/>
              <a:ext cx="196399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800" dirty="0" err="1" smtClean="0"/>
                <a:t>r_tarsal_distal_interphalangeal</a:t>
              </a:r>
              <a:r>
                <a:rPr lang="en-US" altLang="ko-KR" sz="800" dirty="0" smtClean="0"/>
                <a:t>_[2,3,4,5]</a:t>
              </a:r>
              <a:endParaRPr lang="ko-KR" altLang="en-US" sz="800" dirty="0"/>
            </a:p>
          </p:txBody>
        </p:sp>
        <p:sp>
          <p:nvSpPr>
            <p:cNvPr id="439" name="타원 438"/>
            <p:cNvSpPr/>
            <p:nvPr/>
          </p:nvSpPr>
          <p:spPr>
            <a:xfrm>
              <a:off x="6287289" y="6350599"/>
              <a:ext cx="54000" cy="5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/>
            </a:p>
          </p:txBody>
        </p:sp>
        <p:cxnSp>
          <p:nvCxnSpPr>
            <p:cNvPr id="440" name="직선 연결선 439"/>
            <p:cNvCxnSpPr>
              <a:stCxn id="439" idx="3"/>
              <a:endCxn id="401" idx="0"/>
            </p:cNvCxnSpPr>
            <p:nvPr/>
          </p:nvCxnSpPr>
          <p:spPr>
            <a:xfrm flipH="1">
              <a:off x="6122060" y="6396691"/>
              <a:ext cx="173137" cy="162737"/>
            </a:xfrm>
            <a:prstGeom prst="line">
              <a:avLst/>
            </a:prstGeom>
            <a:ln w="889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2" name="TextBox 271"/>
          <p:cNvSpPr txBox="1"/>
          <p:nvPr/>
        </p:nvSpPr>
        <p:spPr>
          <a:xfrm>
            <a:off x="4274820" y="4462464"/>
            <a:ext cx="1562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 smtClean="0"/>
              <a:t>r_carpal_interphalangeal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sp>
        <p:nvSpPr>
          <p:cNvPr id="276" name="타원 275"/>
          <p:cNvSpPr/>
          <p:nvPr/>
        </p:nvSpPr>
        <p:spPr>
          <a:xfrm flipH="1">
            <a:off x="5391130" y="364438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8" name="타원 277"/>
          <p:cNvSpPr/>
          <p:nvPr/>
        </p:nvSpPr>
        <p:spPr>
          <a:xfrm flipH="1">
            <a:off x="5293499" y="3699157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9" name="타원 278"/>
          <p:cNvSpPr/>
          <p:nvPr/>
        </p:nvSpPr>
        <p:spPr>
          <a:xfrm flipH="1">
            <a:off x="5438755" y="373963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0" name="타원 279"/>
          <p:cNvSpPr/>
          <p:nvPr/>
        </p:nvSpPr>
        <p:spPr>
          <a:xfrm flipH="1">
            <a:off x="5476855" y="3842031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1" name="타원 280"/>
          <p:cNvSpPr/>
          <p:nvPr/>
        </p:nvSpPr>
        <p:spPr>
          <a:xfrm flipH="1">
            <a:off x="5303025" y="3834889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2" name="타원 281"/>
          <p:cNvSpPr/>
          <p:nvPr/>
        </p:nvSpPr>
        <p:spPr>
          <a:xfrm flipH="1">
            <a:off x="5353032" y="394204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83" name="타원 282"/>
          <p:cNvSpPr/>
          <p:nvPr/>
        </p:nvSpPr>
        <p:spPr>
          <a:xfrm flipH="1">
            <a:off x="5443519" y="3994432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84" name="직선 연결선 283"/>
          <p:cNvCxnSpPr>
            <a:endCxn id="278" idx="5"/>
          </p:cNvCxnSpPr>
          <p:nvPr/>
        </p:nvCxnSpPr>
        <p:spPr>
          <a:xfrm flipH="1">
            <a:off x="5301407" y="3679338"/>
            <a:ext cx="109579" cy="659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>
            <a:endCxn id="281" idx="5"/>
          </p:cNvCxnSpPr>
          <p:nvPr/>
        </p:nvCxnSpPr>
        <p:spPr>
          <a:xfrm flipH="1">
            <a:off x="5310933" y="3774588"/>
            <a:ext cx="150059" cy="106393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>
            <a:endCxn id="347" idx="1"/>
          </p:cNvCxnSpPr>
          <p:nvPr/>
        </p:nvCxnSpPr>
        <p:spPr>
          <a:xfrm flipH="1">
            <a:off x="4976901" y="3726156"/>
            <a:ext cx="371502" cy="115686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>
            <a:stCxn id="281" idx="2"/>
            <a:endCxn id="359" idx="1"/>
          </p:cNvCxnSpPr>
          <p:nvPr/>
        </p:nvCxnSpPr>
        <p:spPr>
          <a:xfrm flipH="1">
            <a:off x="4976901" y="3861889"/>
            <a:ext cx="380124" cy="1525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>
            <a:stCxn id="282" idx="6"/>
            <a:endCxn id="374" idx="1"/>
          </p:cNvCxnSpPr>
          <p:nvPr/>
        </p:nvCxnSpPr>
        <p:spPr>
          <a:xfrm flipH="1">
            <a:off x="4976901" y="3969045"/>
            <a:ext cx="376131" cy="217912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/>
          <p:cNvCxnSpPr/>
          <p:nvPr/>
        </p:nvCxnSpPr>
        <p:spPr>
          <a:xfrm flipH="1">
            <a:off x="5195570" y="4009528"/>
            <a:ext cx="274143" cy="2291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/>
          <p:cNvCxnSpPr>
            <a:endCxn id="272" idx="3"/>
          </p:cNvCxnSpPr>
          <p:nvPr/>
        </p:nvCxnSpPr>
        <p:spPr>
          <a:xfrm rot="16200000" flipH="1">
            <a:off x="5315089" y="4048354"/>
            <a:ext cx="710639" cy="333024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타원 299"/>
          <p:cNvSpPr/>
          <p:nvPr/>
        </p:nvSpPr>
        <p:spPr>
          <a:xfrm>
            <a:off x="6725915" y="365200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1" name="타원 300"/>
          <p:cNvSpPr/>
          <p:nvPr/>
        </p:nvSpPr>
        <p:spPr>
          <a:xfrm>
            <a:off x="6823546" y="3706777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4" name="타원 303"/>
          <p:cNvSpPr/>
          <p:nvPr/>
        </p:nvSpPr>
        <p:spPr>
          <a:xfrm>
            <a:off x="6678290" y="3747258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05" name="타원 304"/>
          <p:cNvSpPr/>
          <p:nvPr/>
        </p:nvSpPr>
        <p:spPr>
          <a:xfrm>
            <a:off x="6640190" y="3849651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0" name="타원 309"/>
          <p:cNvSpPr/>
          <p:nvPr/>
        </p:nvSpPr>
        <p:spPr>
          <a:xfrm>
            <a:off x="6814020" y="3842509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1" name="타원 310"/>
          <p:cNvSpPr/>
          <p:nvPr/>
        </p:nvSpPr>
        <p:spPr>
          <a:xfrm>
            <a:off x="6764013" y="3949665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12" name="타원 311"/>
          <p:cNvSpPr/>
          <p:nvPr/>
        </p:nvSpPr>
        <p:spPr>
          <a:xfrm>
            <a:off x="6673526" y="4002052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13" name="직선 연결선 312"/>
          <p:cNvCxnSpPr>
            <a:endCxn id="301" idx="5"/>
          </p:cNvCxnSpPr>
          <p:nvPr/>
        </p:nvCxnSpPr>
        <p:spPr>
          <a:xfrm>
            <a:off x="6760059" y="3686958"/>
            <a:ext cx="109579" cy="6591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연결선 313"/>
          <p:cNvCxnSpPr>
            <a:endCxn id="310" idx="5"/>
          </p:cNvCxnSpPr>
          <p:nvPr/>
        </p:nvCxnSpPr>
        <p:spPr>
          <a:xfrm>
            <a:off x="6710053" y="3782208"/>
            <a:ext cx="150059" cy="106393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/>
          <p:cNvCxnSpPr>
            <a:endCxn id="256" idx="1"/>
          </p:cNvCxnSpPr>
          <p:nvPr/>
        </p:nvCxnSpPr>
        <p:spPr>
          <a:xfrm>
            <a:off x="6848971" y="3733777"/>
            <a:ext cx="390346" cy="101717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/>
          <p:cNvCxnSpPr>
            <a:stCxn id="310" idx="5"/>
            <a:endCxn id="257" idx="1"/>
          </p:cNvCxnSpPr>
          <p:nvPr/>
        </p:nvCxnSpPr>
        <p:spPr>
          <a:xfrm>
            <a:off x="6860112" y="3888601"/>
            <a:ext cx="379205" cy="119451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/>
          <p:cNvCxnSpPr>
            <a:endCxn id="315" idx="1"/>
          </p:cNvCxnSpPr>
          <p:nvPr/>
        </p:nvCxnSpPr>
        <p:spPr>
          <a:xfrm>
            <a:off x="6778643" y="3970474"/>
            <a:ext cx="460674" cy="210135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/>
          <p:cNvCxnSpPr/>
          <p:nvPr/>
        </p:nvCxnSpPr>
        <p:spPr>
          <a:xfrm>
            <a:off x="6701332" y="4017148"/>
            <a:ext cx="274143" cy="22918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>
            <a:stCxn id="305" idx="3"/>
            <a:endCxn id="264" idx="1"/>
          </p:cNvCxnSpPr>
          <p:nvPr/>
        </p:nvCxnSpPr>
        <p:spPr>
          <a:xfrm rot="5400000">
            <a:off x="6156748" y="4078835"/>
            <a:ext cx="674443" cy="308258"/>
          </a:xfrm>
          <a:prstGeom prst="line">
            <a:avLst/>
          </a:prstGeom>
          <a:ln w="889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6339840" y="4462464"/>
            <a:ext cx="1562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 smtClean="0"/>
              <a:t>l_carpal_interphalangeal</a:t>
            </a:r>
            <a:r>
              <a:rPr lang="en-US" altLang="ko-KR" sz="800" dirty="0" smtClean="0"/>
              <a:t>_[1]</a:t>
            </a:r>
            <a:endParaRPr lang="ko-KR" altLang="en-US" sz="800" dirty="0"/>
          </a:p>
        </p:txBody>
      </p:sp>
      <p:grpSp>
        <p:nvGrpSpPr>
          <p:cNvPr id="13" name="그룹 298"/>
          <p:cNvGrpSpPr/>
          <p:nvPr/>
        </p:nvGrpSpPr>
        <p:grpSpPr>
          <a:xfrm>
            <a:off x="4429373" y="2869501"/>
            <a:ext cx="3316981" cy="1041642"/>
            <a:chOff x="4429373" y="2869501"/>
            <a:chExt cx="3316981" cy="1041642"/>
          </a:xfrm>
        </p:grpSpPr>
        <p:grpSp>
          <p:nvGrpSpPr>
            <p:cNvPr id="14" name="그룹 191"/>
            <p:cNvGrpSpPr/>
            <p:nvPr/>
          </p:nvGrpSpPr>
          <p:grpSpPr>
            <a:xfrm>
              <a:off x="5581650" y="2869501"/>
              <a:ext cx="1896736" cy="1041642"/>
              <a:chOff x="5581650" y="2869501"/>
              <a:chExt cx="1896736" cy="1041642"/>
            </a:xfrm>
          </p:grpSpPr>
          <p:sp>
            <p:nvSpPr>
              <p:cNvPr id="321" name="타원 320"/>
              <p:cNvSpPr/>
              <p:nvPr/>
            </p:nvSpPr>
            <p:spPr>
              <a:xfrm>
                <a:off x="6061548" y="3029753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22" name="직선 연결선 321"/>
              <p:cNvCxnSpPr>
                <a:stCxn id="321" idx="6"/>
                <a:endCxn id="323" idx="1"/>
              </p:cNvCxnSpPr>
              <p:nvPr/>
            </p:nvCxnSpPr>
            <p:spPr>
              <a:xfrm flipV="1">
                <a:off x="6169548" y="2992612"/>
                <a:ext cx="593578" cy="9114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3" name="TextBox 322"/>
              <p:cNvSpPr txBox="1"/>
              <p:nvPr/>
            </p:nvSpPr>
            <p:spPr>
              <a:xfrm>
                <a:off x="6763126" y="2869501"/>
                <a:ext cx="71526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smtClean="0"/>
                  <a:t>sacroiliac</a:t>
                </a:r>
                <a:endParaRPr lang="ko-KR" altLang="en-US" sz="1000" dirty="0"/>
              </a:p>
            </p:txBody>
          </p:sp>
          <p:grpSp>
            <p:nvGrpSpPr>
              <p:cNvPr id="15" name="그룹 82"/>
              <p:cNvGrpSpPr/>
              <p:nvPr/>
            </p:nvGrpSpPr>
            <p:grpSpPr>
              <a:xfrm>
                <a:off x="5581650" y="3137703"/>
                <a:ext cx="1067921" cy="773440"/>
                <a:chOff x="5581650" y="3308181"/>
                <a:chExt cx="1067921" cy="773440"/>
              </a:xfrm>
            </p:grpSpPr>
            <p:sp>
              <p:nvSpPr>
                <p:cNvPr id="326" name="타원 325"/>
                <p:cNvSpPr/>
                <p:nvPr/>
              </p:nvSpPr>
              <p:spPr>
                <a:xfrm>
                  <a:off x="6061548" y="3308181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33" name="직선 연결선 332"/>
                <p:cNvCxnSpPr/>
                <p:nvPr/>
              </p:nvCxnSpPr>
              <p:spPr>
                <a:xfrm rot="5400000">
                  <a:off x="5883275" y="3590925"/>
                  <a:ext cx="463550" cy="1588"/>
                </a:xfrm>
                <a:prstGeom prst="line">
                  <a:avLst/>
                </a:prstGeom>
                <a:ln w="8890">
                  <a:solidFill>
                    <a:srgbClr val="FF0000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4" name="TextBox 333"/>
                <p:cNvSpPr txBox="1"/>
                <p:nvPr/>
              </p:nvSpPr>
              <p:spPr>
                <a:xfrm>
                  <a:off x="5581650" y="3835400"/>
                  <a:ext cx="106792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00" dirty="0" err="1" smtClean="0"/>
                    <a:t>HumanoidRoot</a:t>
                  </a:r>
                  <a:endParaRPr lang="ko-KR" altLang="en-US" sz="1000" dirty="0"/>
                </a:p>
              </p:txBody>
            </p:sp>
          </p:grpSp>
        </p:grpSp>
        <p:grpSp>
          <p:nvGrpSpPr>
            <p:cNvPr id="16" name="그룹 217"/>
            <p:cNvGrpSpPr/>
            <p:nvPr/>
          </p:nvGrpSpPr>
          <p:grpSpPr>
            <a:xfrm>
              <a:off x="4429373" y="3130981"/>
              <a:ext cx="3316981" cy="246221"/>
              <a:chOff x="4429373" y="3130981"/>
              <a:chExt cx="3316981" cy="246221"/>
            </a:xfrm>
          </p:grpSpPr>
          <p:sp>
            <p:nvSpPr>
              <p:cNvPr id="307" name="타원 306"/>
              <p:cNvSpPr/>
              <p:nvPr/>
            </p:nvSpPr>
            <p:spPr>
              <a:xfrm>
                <a:off x="5728519" y="320009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" name="타원 307"/>
              <p:cNvSpPr/>
              <p:nvPr/>
            </p:nvSpPr>
            <p:spPr>
              <a:xfrm>
                <a:off x="6352668" y="3200091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 flipH="1">
                <a:off x="4429373" y="3130981"/>
                <a:ext cx="46679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r_hip</a:t>
                </a:r>
                <a:endParaRPr lang="ko-KR" altLang="en-US" sz="1000" dirty="0"/>
              </a:p>
            </p:txBody>
          </p:sp>
          <p:cxnSp>
            <p:nvCxnSpPr>
              <p:cNvPr id="318" name="직선 연결선 317"/>
              <p:cNvCxnSpPr/>
              <p:nvPr/>
            </p:nvCxnSpPr>
            <p:spPr>
              <a:xfrm flipV="1">
                <a:off x="4896167" y="3254091"/>
                <a:ext cx="832352" cy="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9" name="TextBox 318"/>
              <p:cNvSpPr txBox="1"/>
              <p:nvPr/>
            </p:nvSpPr>
            <p:spPr>
              <a:xfrm>
                <a:off x="7292384" y="3130981"/>
                <a:ext cx="45397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l_hip</a:t>
                </a:r>
                <a:endParaRPr lang="ko-KR" altLang="en-US" sz="1000" dirty="0"/>
              </a:p>
            </p:txBody>
          </p:sp>
          <p:cxnSp>
            <p:nvCxnSpPr>
              <p:cNvPr id="320" name="직선 연결선 319"/>
              <p:cNvCxnSpPr>
                <a:stCxn id="308" idx="6"/>
                <a:endCxn id="319" idx="1"/>
              </p:cNvCxnSpPr>
              <p:nvPr/>
            </p:nvCxnSpPr>
            <p:spPr>
              <a:xfrm>
                <a:off x="6460668" y="3254091"/>
                <a:ext cx="831716" cy="1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그룹 536"/>
          <p:cNvGrpSpPr/>
          <p:nvPr/>
        </p:nvGrpSpPr>
        <p:grpSpPr>
          <a:xfrm>
            <a:off x="4699000" y="604043"/>
            <a:ext cx="2713098" cy="2463957"/>
            <a:chOff x="4699000" y="604043"/>
            <a:chExt cx="2713098" cy="2463957"/>
          </a:xfrm>
        </p:grpSpPr>
        <p:grpSp>
          <p:nvGrpSpPr>
            <p:cNvPr id="20" name="그룹 405"/>
            <p:cNvGrpSpPr/>
            <p:nvPr/>
          </p:nvGrpSpPr>
          <p:grpSpPr>
            <a:xfrm>
              <a:off x="6074010" y="604043"/>
              <a:ext cx="1338088" cy="246221"/>
              <a:chOff x="6074010" y="604043"/>
              <a:chExt cx="1338088" cy="246221"/>
            </a:xfrm>
          </p:grpSpPr>
          <p:sp>
            <p:nvSpPr>
              <p:cNvPr id="5" name="타원 4"/>
              <p:cNvSpPr/>
              <p:nvPr/>
            </p:nvSpPr>
            <p:spPr>
              <a:xfrm>
                <a:off x="6074010" y="780751"/>
                <a:ext cx="67790" cy="677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6" name="직선 연결선 155"/>
              <p:cNvCxnSpPr>
                <a:stCxn id="5" idx="6"/>
                <a:endCxn id="157" idx="1"/>
              </p:cNvCxnSpPr>
              <p:nvPr/>
            </p:nvCxnSpPr>
            <p:spPr>
              <a:xfrm flipV="1">
                <a:off x="6141800" y="727154"/>
                <a:ext cx="558244" cy="87492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TextBox 156"/>
              <p:cNvSpPr txBox="1"/>
              <p:nvPr/>
            </p:nvSpPr>
            <p:spPr>
              <a:xfrm>
                <a:off x="6700044" y="604043"/>
                <a:ext cx="71205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 smtClean="0"/>
                  <a:t>skullbase</a:t>
                </a:r>
                <a:endParaRPr lang="ko-KR" altLang="en-US" sz="1000" dirty="0"/>
              </a:p>
            </p:txBody>
          </p:sp>
        </p:grpSp>
        <p:grpSp>
          <p:nvGrpSpPr>
            <p:cNvPr id="21" name="그룹 534"/>
            <p:cNvGrpSpPr/>
            <p:nvPr/>
          </p:nvGrpSpPr>
          <p:grpSpPr>
            <a:xfrm>
              <a:off x="4699000" y="779463"/>
              <a:ext cx="2234844" cy="2288537"/>
              <a:chOff x="4699000" y="779463"/>
              <a:chExt cx="2234844" cy="2288537"/>
            </a:xfrm>
          </p:grpSpPr>
          <p:cxnSp>
            <p:nvCxnSpPr>
              <p:cNvPr id="246" name="직선 연결선 245"/>
              <p:cNvCxnSpPr>
                <a:stCxn id="296" idx="1"/>
              </p:cNvCxnSpPr>
              <p:nvPr/>
            </p:nvCxnSpPr>
            <p:spPr>
              <a:xfrm rot="10800000">
                <a:off x="6098385" y="1472410"/>
                <a:ext cx="479819" cy="155345"/>
              </a:xfrm>
              <a:prstGeom prst="line">
                <a:avLst/>
              </a:prstGeom>
              <a:ln w="889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그룹 533"/>
              <p:cNvGrpSpPr/>
              <p:nvPr/>
            </p:nvGrpSpPr>
            <p:grpSpPr>
              <a:xfrm>
                <a:off x="5600693" y="779463"/>
                <a:ext cx="1248191" cy="574218"/>
                <a:chOff x="5600693" y="779463"/>
                <a:chExt cx="1248191" cy="574218"/>
              </a:xfrm>
            </p:grpSpPr>
            <p:grpSp>
              <p:nvGrpSpPr>
                <p:cNvPr id="23" name="그룹 531"/>
                <p:cNvGrpSpPr/>
                <p:nvPr/>
              </p:nvGrpSpPr>
              <p:grpSpPr>
                <a:xfrm>
                  <a:off x="5600693" y="804862"/>
                  <a:ext cx="520736" cy="521737"/>
                  <a:chOff x="5600693" y="804862"/>
                  <a:chExt cx="520736" cy="521737"/>
                </a:xfrm>
              </p:grpSpPr>
              <p:cxnSp>
                <p:nvCxnSpPr>
                  <p:cNvPr id="200" name="직선 연결선 199"/>
                  <p:cNvCxnSpPr>
                    <a:stCxn id="226" idx="1"/>
                    <a:endCxn id="229" idx="3"/>
                  </p:cNvCxnSpPr>
                  <p:nvPr/>
                </p:nvCxnSpPr>
                <p:spPr>
                  <a:xfrm rot="16200000" flipV="1">
                    <a:off x="5881671" y="970160"/>
                    <a:ext cx="266606" cy="151454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6" name="타원 225"/>
                  <p:cNvSpPr/>
                  <p:nvPr/>
                </p:nvSpPr>
                <p:spPr>
                  <a:xfrm>
                    <a:off x="6085429" y="1173918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27" name="타원 226"/>
                  <p:cNvSpPr/>
                  <p:nvPr/>
                </p:nvSpPr>
                <p:spPr>
                  <a:xfrm>
                    <a:off x="6085429" y="1227893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28" name="타원 227"/>
                  <p:cNvSpPr/>
                  <p:nvPr/>
                </p:nvSpPr>
                <p:spPr>
                  <a:xfrm>
                    <a:off x="6085429" y="1290599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29" name="TextBox 228"/>
                  <p:cNvSpPr txBox="1"/>
                  <p:nvPr/>
                </p:nvSpPr>
                <p:spPr>
                  <a:xfrm>
                    <a:off x="5600693" y="804862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smtClean="0"/>
                      <a:t>vc5</a:t>
                    </a:r>
                    <a:endParaRPr lang="ko-KR" altLang="en-US" sz="800" dirty="0"/>
                  </a:p>
                </p:txBody>
              </p:sp>
              <p:sp>
                <p:nvSpPr>
                  <p:cNvPr id="230" name="TextBox 229"/>
                  <p:cNvSpPr txBox="1"/>
                  <p:nvPr/>
                </p:nvSpPr>
                <p:spPr>
                  <a:xfrm>
                    <a:off x="5600693" y="939403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smtClean="0"/>
                      <a:t>vc6</a:t>
                    </a:r>
                    <a:endParaRPr lang="ko-KR" altLang="en-US" sz="800" dirty="0"/>
                  </a:p>
                </p:txBody>
              </p:sp>
              <p:sp>
                <p:nvSpPr>
                  <p:cNvPr id="234" name="TextBox 233"/>
                  <p:cNvSpPr txBox="1"/>
                  <p:nvPr/>
                </p:nvSpPr>
                <p:spPr>
                  <a:xfrm>
                    <a:off x="5600693" y="1073944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dirty="0" smtClean="0"/>
                      <a:t>vc7</a:t>
                    </a:r>
                    <a:endParaRPr lang="ko-KR" altLang="en-US" sz="800" dirty="0"/>
                  </a:p>
                </p:txBody>
              </p:sp>
              <p:cxnSp>
                <p:nvCxnSpPr>
                  <p:cNvPr id="236" name="직선 연결선 235"/>
                  <p:cNvCxnSpPr>
                    <a:stCxn id="227" idx="1"/>
                    <a:endCxn id="230" idx="3"/>
                  </p:cNvCxnSpPr>
                  <p:nvPr/>
                </p:nvCxnSpPr>
                <p:spPr>
                  <a:xfrm rot="16200000" flipV="1">
                    <a:off x="5921954" y="1064418"/>
                    <a:ext cx="186040" cy="151454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직선 연결선 239"/>
                  <p:cNvCxnSpPr>
                    <a:stCxn id="228" idx="1"/>
                    <a:endCxn id="234" idx="3"/>
                  </p:cNvCxnSpPr>
                  <p:nvPr/>
                </p:nvCxnSpPr>
                <p:spPr>
                  <a:xfrm rot="16200000" flipV="1">
                    <a:off x="5957872" y="1163042"/>
                    <a:ext cx="114205" cy="151454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그룹 532"/>
                <p:cNvGrpSpPr/>
                <p:nvPr/>
              </p:nvGrpSpPr>
              <p:grpSpPr>
                <a:xfrm>
                  <a:off x="6085429" y="779463"/>
                  <a:ext cx="763455" cy="574218"/>
                  <a:chOff x="6085429" y="779463"/>
                  <a:chExt cx="763455" cy="574218"/>
                </a:xfrm>
              </p:grpSpPr>
              <p:sp>
                <p:nvSpPr>
                  <p:cNvPr id="57" name="타원 56"/>
                  <p:cNvSpPr/>
                  <p:nvPr/>
                </p:nvSpPr>
                <p:spPr>
                  <a:xfrm>
                    <a:off x="6085429" y="1088986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8" name="타원 57"/>
                  <p:cNvSpPr/>
                  <p:nvPr/>
                </p:nvSpPr>
                <p:spPr>
                  <a:xfrm>
                    <a:off x="6087343" y="931030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6507949" y="1013089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dirty="0" smtClean="0"/>
                      <a:t>vc3</a:t>
                    </a:r>
                    <a:endParaRPr lang="ko-KR" altLang="en-US" sz="800" dirty="0"/>
                  </a:p>
                </p:txBody>
              </p:sp>
              <p:sp>
                <p:nvSpPr>
                  <p:cNvPr id="192" name="타원 191"/>
                  <p:cNvSpPr/>
                  <p:nvPr/>
                </p:nvSpPr>
                <p:spPr>
                  <a:xfrm>
                    <a:off x="6089905" y="865942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3" name="타원 192"/>
                  <p:cNvSpPr/>
                  <p:nvPr/>
                </p:nvSpPr>
                <p:spPr>
                  <a:xfrm>
                    <a:off x="6088604" y="999292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2" name="TextBox 91"/>
                  <p:cNvSpPr txBox="1"/>
                  <p:nvPr/>
                </p:nvSpPr>
                <p:spPr>
                  <a:xfrm>
                    <a:off x="6507950" y="1138237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smtClean="0"/>
                      <a:t>vc4</a:t>
                    </a:r>
                    <a:endParaRPr lang="ko-KR" altLang="en-US" sz="800" dirty="0"/>
                  </a:p>
                </p:txBody>
              </p:sp>
              <p:sp>
                <p:nvSpPr>
                  <p:cNvPr id="194" name="TextBox 193"/>
                  <p:cNvSpPr txBox="1"/>
                  <p:nvPr/>
                </p:nvSpPr>
                <p:spPr>
                  <a:xfrm>
                    <a:off x="6507949" y="898132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smtClean="0"/>
                      <a:t>vc2</a:t>
                    </a:r>
                    <a:endParaRPr lang="ko-KR" altLang="en-US" sz="800" dirty="0"/>
                  </a:p>
                </p:txBody>
              </p:sp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6510330" y="779463"/>
                    <a:ext cx="338554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800" smtClean="0"/>
                      <a:t>vc1</a:t>
                    </a:r>
                    <a:endParaRPr lang="ko-KR" altLang="en-US" sz="800" dirty="0"/>
                  </a:p>
                </p:txBody>
              </p:sp>
              <p:cxnSp>
                <p:nvCxnSpPr>
                  <p:cNvPr id="196" name="직선 연결선 195"/>
                  <p:cNvCxnSpPr>
                    <a:stCxn id="192" idx="6"/>
                    <a:endCxn id="195" idx="1"/>
                  </p:cNvCxnSpPr>
                  <p:nvPr/>
                </p:nvCxnSpPr>
                <p:spPr>
                  <a:xfrm>
                    <a:off x="6125905" y="883942"/>
                    <a:ext cx="384425" cy="3243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직선 연결선 197"/>
                  <p:cNvCxnSpPr>
                    <a:stCxn id="58" idx="6"/>
                    <a:endCxn id="194" idx="1"/>
                  </p:cNvCxnSpPr>
                  <p:nvPr/>
                </p:nvCxnSpPr>
                <p:spPr>
                  <a:xfrm>
                    <a:off x="6123343" y="949030"/>
                    <a:ext cx="384606" cy="56824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직선 연결선 201"/>
                  <p:cNvCxnSpPr>
                    <a:stCxn id="57" idx="6"/>
                    <a:endCxn id="92" idx="1"/>
                  </p:cNvCxnSpPr>
                  <p:nvPr/>
                </p:nvCxnSpPr>
                <p:spPr>
                  <a:xfrm>
                    <a:off x="6121429" y="1106986"/>
                    <a:ext cx="386521" cy="138973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직선 연결선 361"/>
                  <p:cNvCxnSpPr>
                    <a:stCxn id="193" idx="6"/>
                    <a:endCxn id="86" idx="1"/>
                  </p:cNvCxnSpPr>
                  <p:nvPr/>
                </p:nvCxnSpPr>
                <p:spPr>
                  <a:xfrm>
                    <a:off x="6124604" y="1017292"/>
                    <a:ext cx="383345" cy="103519"/>
                  </a:xfrm>
                  <a:prstGeom prst="line">
                    <a:avLst/>
                  </a:prstGeom>
                  <a:ln w="8890">
                    <a:solidFill>
                      <a:srgbClr val="FF0000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5" name="그룹 530"/>
              <p:cNvGrpSpPr/>
              <p:nvPr/>
            </p:nvGrpSpPr>
            <p:grpSpPr>
              <a:xfrm>
                <a:off x="4699000" y="1335843"/>
                <a:ext cx="2234844" cy="1732157"/>
                <a:chOff x="4699000" y="1335843"/>
                <a:chExt cx="2234844" cy="1732157"/>
              </a:xfrm>
            </p:grpSpPr>
            <p:sp>
              <p:nvSpPr>
                <p:cNvPr id="59" name="타원 58"/>
                <p:cNvSpPr/>
                <p:nvPr/>
              </p:nvSpPr>
              <p:spPr>
                <a:xfrm>
                  <a:off x="6085429" y="1335843"/>
                  <a:ext cx="36000" cy="36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6" name="그룹 529"/>
                <p:cNvGrpSpPr/>
                <p:nvPr/>
              </p:nvGrpSpPr>
              <p:grpSpPr>
                <a:xfrm>
                  <a:off x="4699000" y="1358121"/>
                  <a:ext cx="2234844" cy="1709879"/>
                  <a:chOff x="4699000" y="1358121"/>
                  <a:chExt cx="2234844" cy="1709879"/>
                </a:xfrm>
              </p:grpSpPr>
              <p:sp>
                <p:nvSpPr>
                  <p:cNvPr id="248" name="타원 247"/>
                  <p:cNvSpPr/>
                  <p:nvPr/>
                </p:nvSpPr>
                <p:spPr>
                  <a:xfrm>
                    <a:off x="6085429" y="1459351"/>
                    <a:ext cx="36000" cy="36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27" name="그룹 528"/>
                  <p:cNvGrpSpPr/>
                  <p:nvPr/>
                </p:nvGrpSpPr>
                <p:grpSpPr>
                  <a:xfrm>
                    <a:off x="4699000" y="1358121"/>
                    <a:ext cx="2234844" cy="1709879"/>
                    <a:chOff x="4699000" y="1358121"/>
                    <a:chExt cx="2234844" cy="1709879"/>
                  </a:xfrm>
                </p:grpSpPr>
                <p:grpSp>
                  <p:nvGrpSpPr>
                    <p:cNvPr id="28" name="그룹 462"/>
                    <p:cNvGrpSpPr/>
                    <p:nvPr/>
                  </p:nvGrpSpPr>
                  <p:grpSpPr>
                    <a:xfrm>
                      <a:off x="4699000" y="1515274"/>
                      <a:ext cx="2234844" cy="1552726"/>
                      <a:chOff x="4699000" y="1515274"/>
                      <a:chExt cx="2234844" cy="1552726"/>
                    </a:xfrm>
                  </p:grpSpPr>
                  <p:grpSp>
                    <p:nvGrpSpPr>
                      <p:cNvPr id="29" name="그룹 460"/>
                      <p:cNvGrpSpPr/>
                      <p:nvPr/>
                    </p:nvGrpSpPr>
                    <p:grpSpPr>
                      <a:xfrm>
                        <a:off x="5176044" y="1515274"/>
                        <a:ext cx="1757800" cy="1096322"/>
                        <a:chOff x="5176044" y="1515274"/>
                        <a:chExt cx="1757800" cy="1096322"/>
                      </a:xfrm>
                    </p:grpSpPr>
                    <p:grpSp>
                      <p:nvGrpSpPr>
                        <p:cNvPr id="30" name="그룹 381"/>
                        <p:cNvGrpSpPr/>
                        <p:nvPr/>
                      </p:nvGrpSpPr>
                      <p:grpSpPr>
                        <a:xfrm>
                          <a:off x="6076429" y="2333625"/>
                          <a:ext cx="613946" cy="246221"/>
                          <a:chOff x="6076429" y="2333625"/>
                          <a:chExt cx="613946" cy="246221"/>
                        </a:xfrm>
                      </p:grpSpPr>
                      <p:sp>
                        <p:nvSpPr>
                          <p:cNvPr id="62" name="타원 61"/>
                          <p:cNvSpPr/>
                          <p:nvPr/>
                        </p:nvSpPr>
                        <p:spPr>
                          <a:xfrm>
                            <a:off x="6076429" y="2335178"/>
                            <a:ext cx="54000" cy="54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132" name="직선 연결선 131"/>
                          <p:cNvCxnSpPr>
                            <a:stCxn id="62" idx="6"/>
                            <a:endCxn id="133" idx="1"/>
                          </p:cNvCxnSpPr>
                          <p:nvPr/>
                        </p:nvCxnSpPr>
                        <p:spPr>
                          <a:xfrm>
                            <a:off x="6130429" y="2362178"/>
                            <a:ext cx="197346" cy="94558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33" name="TextBox 132"/>
                          <p:cNvSpPr txBox="1"/>
                          <p:nvPr/>
                        </p:nvSpPr>
                        <p:spPr>
                          <a:xfrm>
                            <a:off x="6327775" y="2333625"/>
                            <a:ext cx="362600" cy="2462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altLang="ko-KR" sz="1000" smtClean="0"/>
                              <a:t>vl1</a:t>
                            </a:r>
                            <a:endParaRPr lang="ko-KR" altLang="en-US" sz="1000" dirty="0"/>
                          </a:p>
                        </p:txBody>
                      </p:sp>
                    </p:grpSp>
                    <p:grpSp>
                      <p:nvGrpSpPr>
                        <p:cNvPr id="31" name="그룹 441"/>
                        <p:cNvGrpSpPr/>
                        <p:nvPr/>
                      </p:nvGrpSpPr>
                      <p:grpSpPr>
                        <a:xfrm>
                          <a:off x="5176044" y="1515274"/>
                          <a:ext cx="1730270" cy="729789"/>
                          <a:chOff x="3575844" y="1721649"/>
                          <a:chExt cx="1730270" cy="729789"/>
                        </a:xfrm>
                      </p:grpSpPr>
                      <p:sp>
                        <p:nvSpPr>
                          <p:cNvPr id="345" name="TextBox 344"/>
                          <p:cNvSpPr txBox="1"/>
                          <p:nvPr/>
                        </p:nvSpPr>
                        <p:spPr>
                          <a:xfrm>
                            <a:off x="4937521" y="2235994"/>
                            <a:ext cx="32573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ko-KR" sz="800" dirty="0" smtClean="0"/>
                              <a:t>vt9</a:t>
                            </a:r>
                            <a:endParaRPr lang="ko-KR" altLang="en-US" sz="800" dirty="0"/>
                          </a:p>
                        </p:txBody>
                      </p:sp>
                      <p:sp>
                        <p:nvSpPr>
                          <p:cNvPr id="60" name="타원 59"/>
                          <p:cNvSpPr/>
                          <p:nvPr/>
                        </p:nvSpPr>
                        <p:spPr>
                          <a:xfrm>
                            <a:off x="4480467" y="1868450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sp>
                        <p:nvSpPr>
                          <p:cNvPr id="61" name="타원 60"/>
                          <p:cNvSpPr/>
                          <p:nvPr/>
                        </p:nvSpPr>
                        <p:spPr>
                          <a:xfrm>
                            <a:off x="4480467" y="2211351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118" name="직선 연결선 117"/>
                          <p:cNvCxnSpPr>
                            <a:stCxn id="60" idx="6"/>
                            <a:endCxn id="119" idx="3"/>
                          </p:cNvCxnSpPr>
                          <p:nvPr/>
                        </p:nvCxnSpPr>
                        <p:spPr>
                          <a:xfrm flipH="1">
                            <a:off x="4034488" y="1886450"/>
                            <a:ext cx="481979" cy="100083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19" name="TextBox 118"/>
                          <p:cNvSpPr txBox="1"/>
                          <p:nvPr/>
                        </p:nvSpPr>
                        <p:spPr>
                          <a:xfrm>
                            <a:off x="3671888" y="1878811"/>
                            <a:ext cx="36260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800" smtClean="0"/>
                              <a:t>vt6</a:t>
                            </a:r>
                            <a:endParaRPr lang="ko-KR" altLang="en-US" sz="800" dirty="0"/>
                          </a:p>
                        </p:txBody>
                      </p:sp>
                      <p:cxnSp>
                        <p:nvCxnSpPr>
                          <p:cNvPr id="124" name="직선 연결선 123"/>
                          <p:cNvCxnSpPr>
                            <a:endCxn id="125" idx="3"/>
                          </p:cNvCxnSpPr>
                          <p:nvPr/>
                        </p:nvCxnSpPr>
                        <p:spPr>
                          <a:xfrm rot="10800000" flipV="1">
                            <a:off x="4033694" y="2229350"/>
                            <a:ext cx="456230" cy="85792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25" name="TextBox 124"/>
                          <p:cNvSpPr txBox="1"/>
                          <p:nvPr/>
                        </p:nvSpPr>
                        <p:spPr>
                          <a:xfrm>
                            <a:off x="3575844" y="2207420"/>
                            <a:ext cx="45785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800" dirty="0" smtClean="0"/>
                              <a:t>vt10</a:t>
                            </a:r>
                            <a:endParaRPr lang="ko-KR" altLang="en-US" sz="800" dirty="0"/>
                          </a:p>
                        </p:txBody>
                      </p:sp>
                      <p:sp>
                        <p:nvSpPr>
                          <p:cNvPr id="249" name="타원 248"/>
                          <p:cNvSpPr/>
                          <p:nvPr/>
                        </p:nvSpPr>
                        <p:spPr>
                          <a:xfrm>
                            <a:off x="4480467" y="1732243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sp>
                        <p:nvSpPr>
                          <p:cNvPr id="250" name="타원 249"/>
                          <p:cNvSpPr/>
                          <p:nvPr/>
                        </p:nvSpPr>
                        <p:spPr>
                          <a:xfrm>
                            <a:off x="4480467" y="1800347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252" name="직선 연결선 251"/>
                          <p:cNvCxnSpPr>
                            <a:endCxn id="302" idx="3"/>
                          </p:cNvCxnSpPr>
                          <p:nvPr/>
                        </p:nvCxnSpPr>
                        <p:spPr>
                          <a:xfrm rot="10800000" flipV="1">
                            <a:off x="4034488" y="1748637"/>
                            <a:ext cx="463674" cy="80733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53" name="직선 연결선 252"/>
                          <p:cNvCxnSpPr>
                            <a:stCxn id="297" idx="1"/>
                          </p:cNvCxnSpPr>
                          <p:nvPr/>
                        </p:nvCxnSpPr>
                        <p:spPr>
                          <a:xfrm rot="10800000">
                            <a:off x="4502949" y="1824042"/>
                            <a:ext cx="475055" cy="160106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96" name="TextBox 295"/>
                          <p:cNvSpPr txBox="1"/>
                          <p:nvPr/>
                        </p:nvSpPr>
                        <p:spPr>
                          <a:xfrm>
                            <a:off x="4978003" y="1726407"/>
                            <a:ext cx="32573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ko-KR" sz="800" smtClean="0"/>
                              <a:t>vt3</a:t>
                            </a:r>
                            <a:endParaRPr lang="ko-KR" altLang="en-US" sz="800" dirty="0"/>
                          </a:p>
                        </p:txBody>
                      </p:sp>
                      <p:sp>
                        <p:nvSpPr>
                          <p:cNvPr id="297" name="TextBox 296"/>
                          <p:cNvSpPr txBox="1"/>
                          <p:nvPr/>
                        </p:nvSpPr>
                        <p:spPr>
                          <a:xfrm>
                            <a:off x="4978003" y="1876426"/>
                            <a:ext cx="32573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ko-KR" sz="800" smtClean="0"/>
                              <a:t>vt5</a:t>
                            </a:r>
                            <a:endParaRPr lang="ko-KR" altLang="en-US" sz="800" dirty="0"/>
                          </a:p>
                        </p:txBody>
                      </p:sp>
                      <p:sp>
                        <p:nvSpPr>
                          <p:cNvPr id="302" name="TextBox 301"/>
                          <p:cNvSpPr txBox="1"/>
                          <p:nvPr/>
                        </p:nvSpPr>
                        <p:spPr>
                          <a:xfrm>
                            <a:off x="3671888" y="1721649"/>
                            <a:ext cx="36260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800" smtClean="0"/>
                              <a:t>vt4</a:t>
                            </a:r>
                            <a:endParaRPr lang="ko-KR" altLang="en-US" sz="800" dirty="0"/>
                          </a:p>
                        </p:txBody>
                      </p:sp>
                      <p:cxnSp>
                        <p:nvCxnSpPr>
                          <p:cNvPr id="338" name="직선 연결선 337"/>
                          <p:cNvCxnSpPr/>
                          <p:nvPr/>
                        </p:nvCxnSpPr>
                        <p:spPr>
                          <a:xfrm rot="10800000">
                            <a:off x="4502948" y="1976441"/>
                            <a:ext cx="479819" cy="155345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39" name="타원 338"/>
                          <p:cNvSpPr/>
                          <p:nvPr/>
                        </p:nvSpPr>
                        <p:spPr>
                          <a:xfrm>
                            <a:off x="4480467" y="1954175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sp>
                        <p:nvSpPr>
                          <p:cNvPr id="340" name="타원 339"/>
                          <p:cNvSpPr/>
                          <p:nvPr/>
                        </p:nvSpPr>
                        <p:spPr>
                          <a:xfrm>
                            <a:off x="4480467" y="2039900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sp>
                        <p:nvSpPr>
                          <p:cNvPr id="341" name="타원 340"/>
                          <p:cNvSpPr/>
                          <p:nvPr/>
                        </p:nvSpPr>
                        <p:spPr>
                          <a:xfrm>
                            <a:off x="4480467" y="2125625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342" name="직선 연결선 341"/>
                          <p:cNvCxnSpPr/>
                          <p:nvPr/>
                        </p:nvCxnSpPr>
                        <p:spPr>
                          <a:xfrm rot="10800000" flipV="1">
                            <a:off x="4032107" y="2060580"/>
                            <a:ext cx="463674" cy="80733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43" name="직선 연결선 342"/>
                          <p:cNvCxnSpPr/>
                          <p:nvPr/>
                        </p:nvCxnSpPr>
                        <p:spPr>
                          <a:xfrm rot="10800000">
                            <a:off x="4505330" y="2143129"/>
                            <a:ext cx="475055" cy="160106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44" name="TextBox 343"/>
                          <p:cNvSpPr txBox="1"/>
                          <p:nvPr/>
                        </p:nvSpPr>
                        <p:spPr>
                          <a:xfrm>
                            <a:off x="4980384" y="2055019"/>
                            <a:ext cx="32573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ko-KR" sz="800" smtClean="0"/>
                              <a:t>vt7</a:t>
                            </a:r>
                            <a:endParaRPr lang="ko-KR" altLang="en-US" sz="800" dirty="0"/>
                          </a:p>
                        </p:txBody>
                      </p:sp>
                      <p:sp>
                        <p:nvSpPr>
                          <p:cNvPr id="346" name="TextBox 345"/>
                          <p:cNvSpPr txBox="1"/>
                          <p:nvPr/>
                        </p:nvSpPr>
                        <p:spPr>
                          <a:xfrm>
                            <a:off x="3674269" y="2050261"/>
                            <a:ext cx="36260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800" smtClean="0"/>
                              <a:t>vt8</a:t>
                            </a:r>
                            <a:endParaRPr lang="ko-KR" altLang="en-US" sz="800" dirty="0"/>
                          </a:p>
                        </p:txBody>
                      </p:sp>
                    </p:grpSp>
                    <p:sp>
                      <p:nvSpPr>
                        <p:cNvPr id="352" name="타원 351"/>
                        <p:cNvSpPr/>
                        <p:nvPr/>
                      </p:nvSpPr>
                      <p:spPr>
                        <a:xfrm>
                          <a:off x="6083047" y="22050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FF00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cxnSp>
                      <p:nvCxnSpPr>
                        <p:cNvPr id="353" name="직선 연결선 352"/>
                        <p:cNvCxnSpPr>
                          <a:stCxn id="352" idx="2"/>
                          <a:endCxn id="354" idx="3"/>
                        </p:cNvCxnSpPr>
                        <p:nvPr/>
                      </p:nvCxnSpPr>
                      <p:spPr>
                        <a:xfrm rot="10800000" flipV="1">
                          <a:off x="5638657" y="2223000"/>
                          <a:ext cx="444391" cy="73082"/>
                        </a:xfrm>
                        <a:prstGeom prst="line">
                          <a:avLst/>
                        </a:prstGeom>
                        <a:ln w="8890">
                          <a:solidFill>
                            <a:srgbClr val="FF0000"/>
                          </a:solidFill>
                          <a:tailEnd type="non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54" name="TextBox 353"/>
                        <p:cNvSpPr txBox="1"/>
                        <p:nvPr/>
                      </p:nvSpPr>
                      <p:spPr>
                        <a:xfrm>
                          <a:off x="5180806" y="2188360"/>
                          <a:ext cx="457850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altLang="ko-KR" sz="800" dirty="0" smtClean="0"/>
                            <a:t>vt12</a:t>
                          </a:r>
                          <a:endParaRPr lang="ko-KR" altLang="en-US" sz="800" dirty="0"/>
                        </a:p>
                      </p:txBody>
                    </p:sp>
                    <p:grpSp>
                      <p:nvGrpSpPr>
                        <p:cNvPr id="35" name="그룹 407"/>
                        <p:cNvGrpSpPr/>
                        <p:nvPr/>
                      </p:nvGrpSpPr>
                      <p:grpSpPr>
                        <a:xfrm>
                          <a:off x="6083048" y="2089114"/>
                          <a:ext cx="850796" cy="288506"/>
                          <a:chOff x="6085429" y="2205794"/>
                          <a:chExt cx="850796" cy="288506"/>
                        </a:xfrm>
                      </p:grpSpPr>
                      <p:sp>
                        <p:nvSpPr>
                          <p:cNvPr id="355" name="타원 354"/>
                          <p:cNvSpPr/>
                          <p:nvPr/>
                        </p:nvSpPr>
                        <p:spPr>
                          <a:xfrm>
                            <a:off x="6085429" y="2205794"/>
                            <a:ext cx="36000" cy="36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356" name="직선 연결선 355"/>
                          <p:cNvCxnSpPr>
                            <a:stCxn id="357" idx="1"/>
                            <a:endCxn id="355" idx="6"/>
                          </p:cNvCxnSpPr>
                          <p:nvPr/>
                        </p:nvCxnSpPr>
                        <p:spPr>
                          <a:xfrm rot="10800000">
                            <a:off x="6121429" y="2223794"/>
                            <a:ext cx="432960" cy="162784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57" name="TextBox 356"/>
                          <p:cNvSpPr txBox="1"/>
                          <p:nvPr/>
                        </p:nvSpPr>
                        <p:spPr>
                          <a:xfrm>
                            <a:off x="6554389" y="2278856"/>
                            <a:ext cx="381836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ko-KR" sz="800" dirty="0" smtClean="0"/>
                              <a:t>vt11</a:t>
                            </a:r>
                            <a:endParaRPr lang="ko-KR" altLang="en-US" sz="800" dirty="0"/>
                          </a:p>
                        </p:txBody>
                      </p:sp>
                    </p:grpSp>
                    <p:grpSp>
                      <p:nvGrpSpPr>
                        <p:cNvPr id="36" name="그룹 380"/>
                        <p:cNvGrpSpPr/>
                        <p:nvPr/>
                      </p:nvGrpSpPr>
                      <p:grpSpPr>
                        <a:xfrm>
                          <a:off x="5572125" y="2365375"/>
                          <a:ext cx="558304" cy="246221"/>
                          <a:chOff x="5572125" y="2365375"/>
                          <a:chExt cx="558304" cy="246221"/>
                        </a:xfrm>
                      </p:grpSpPr>
                      <p:sp>
                        <p:nvSpPr>
                          <p:cNvPr id="360" name="타원 359"/>
                          <p:cNvSpPr/>
                          <p:nvPr/>
                        </p:nvSpPr>
                        <p:spPr>
                          <a:xfrm>
                            <a:off x="6076429" y="2461485"/>
                            <a:ext cx="54000" cy="54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366" name="직선 연결선 365"/>
                          <p:cNvCxnSpPr>
                            <a:stCxn id="367" idx="3"/>
                            <a:endCxn id="360" idx="2"/>
                          </p:cNvCxnSpPr>
                          <p:nvPr/>
                        </p:nvCxnSpPr>
                        <p:spPr>
                          <a:xfrm flipV="1">
                            <a:off x="5934725" y="2488485"/>
                            <a:ext cx="141704" cy="1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67" name="TextBox 366"/>
                          <p:cNvSpPr txBox="1"/>
                          <p:nvPr/>
                        </p:nvSpPr>
                        <p:spPr>
                          <a:xfrm>
                            <a:off x="5572125" y="2365375"/>
                            <a:ext cx="362600" cy="2462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1000" dirty="0" smtClean="0"/>
                              <a:t>vl2</a:t>
                            </a:r>
                            <a:endParaRPr lang="ko-KR" altLang="en-US" sz="1000" dirty="0"/>
                          </a:p>
                        </p:txBody>
                      </p:sp>
                    </p:grpSp>
                  </p:grpSp>
                  <p:grpSp>
                    <p:nvGrpSpPr>
                      <p:cNvPr id="41" name="그룹 461"/>
                      <p:cNvGrpSpPr/>
                      <p:nvPr/>
                    </p:nvGrpSpPr>
                    <p:grpSpPr>
                      <a:xfrm>
                        <a:off x="4699000" y="2513014"/>
                        <a:ext cx="1992963" cy="554986"/>
                        <a:chOff x="4699000" y="2513014"/>
                        <a:chExt cx="1992963" cy="554986"/>
                      </a:xfrm>
                    </p:grpSpPr>
                    <p:grpSp>
                      <p:nvGrpSpPr>
                        <p:cNvPr id="42" name="그룹 379"/>
                        <p:cNvGrpSpPr/>
                        <p:nvPr/>
                      </p:nvGrpSpPr>
                      <p:grpSpPr>
                        <a:xfrm>
                          <a:off x="6076429" y="2513014"/>
                          <a:ext cx="615534" cy="246221"/>
                          <a:chOff x="6076429" y="2513014"/>
                          <a:chExt cx="615534" cy="246221"/>
                        </a:xfrm>
                      </p:grpSpPr>
                      <p:sp>
                        <p:nvSpPr>
                          <p:cNvPr id="63" name="타원 62"/>
                          <p:cNvSpPr/>
                          <p:nvPr/>
                        </p:nvSpPr>
                        <p:spPr>
                          <a:xfrm>
                            <a:off x="6076429" y="2609124"/>
                            <a:ext cx="54000" cy="54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137" name="직선 연결선 136"/>
                          <p:cNvCxnSpPr>
                            <a:stCxn id="63" idx="6"/>
                            <a:endCxn id="138" idx="1"/>
                          </p:cNvCxnSpPr>
                          <p:nvPr/>
                        </p:nvCxnSpPr>
                        <p:spPr>
                          <a:xfrm>
                            <a:off x="6130429" y="2636124"/>
                            <a:ext cx="198934" cy="1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38" name="TextBox 137"/>
                          <p:cNvSpPr txBox="1"/>
                          <p:nvPr/>
                        </p:nvSpPr>
                        <p:spPr>
                          <a:xfrm>
                            <a:off x="6329363" y="2513014"/>
                            <a:ext cx="362600" cy="2462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altLang="ko-KR" sz="1000" dirty="0" smtClean="0"/>
                              <a:t>vl3</a:t>
                            </a:r>
                            <a:endParaRPr lang="ko-KR" altLang="en-US" sz="1000" dirty="0"/>
                          </a:p>
                        </p:txBody>
                      </p:sp>
                    </p:grpSp>
                    <p:grpSp>
                      <p:nvGrpSpPr>
                        <p:cNvPr id="43" name="그룹 348"/>
                        <p:cNvGrpSpPr/>
                        <p:nvPr/>
                      </p:nvGrpSpPr>
                      <p:grpSpPr>
                        <a:xfrm>
                          <a:off x="4699000" y="2821779"/>
                          <a:ext cx="1431429" cy="246221"/>
                          <a:chOff x="4699000" y="2821779"/>
                          <a:chExt cx="1431429" cy="246221"/>
                        </a:xfrm>
                      </p:grpSpPr>
                      <p:sp>
                        <p:nvSpPr>
                          <p:cNvPr id="64" name="타원 63"/>
                          <p:cNvSpPr/>
                          <p:nvPr/>
                        </p:nvSpPr>
                        <p:spPr>
                          <a:xfrm>
                            <a:off x="6076429" y="2917889"/>
                            <a:ext cx="54000" cy="54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139" name="직선 연결선 138"/>
                          <p:cNvCxnSpPr>
                            <a:endCxn id="140" idx="3"/>
                          </p:cNvCxnSpPr>
                          <p:nvPr/>
                        </p:nvCxnSpPr>
                        <p:spPr>
                          <a:xfrm rot="10800000" flipV="1">
                            <a:off x="5156851" y="2944480"/>
                            <a:ext cx="919579" cy="409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40" name="TextBox 139"/>
                          <p:cNvSpPr txBox="1"/>
                          <p:nvPr/>
                        </p:nvSpPr>
                        <p:spPr>
                          <a:xfrm>
                            <a:off x="4699000" y="2821779"/>
                            <a:ext cx="457850" cy="2462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1000" dirty="0" smtClean="0"/>
                              <a:t>vl5</a:t>
                            </a:r>
                            <a:endParaRPr lang="ko-KR" altLang="en-US" sz="1000" dirty="0"/>
                          </a:p>
                        </p:txBody>
                      </p:sp>
                    </p:grpSp>
                    <p:grpSp>
                      <p:nvGrpSpPr>
                        <p:cNvPr id="44" name="그룹 374"/>
                        <p:cNvGrpSpPr/>
                        <p:nvPr/>
                      </p:nvGrpSpPr>
                      <p:grpSpPr>
                        <a:xfrm>
                          <a:off x="5569744" y="2681287"/>
                          <a:ext cx="560685" cy="246221"/>
                          <a:chOff x="5569744" y="2681287"/>
                          <a:chExt cx="560685" cy="246221"/>
                        </a:xfrm>
                      </p:grpSpPr>
                      <p:sp>
                        <p:nvSpPr>
                          <p:cNvPr id="361" name="타원 360"/>
                          <p:cNvSpPr/>
                          <p:nvPr/>
                        </p:nvSpPr>
                        <p:spPr>
                          <a:xfrm>
                            <a:off x="6076429" y="2777397"/>
                            <a:ext cx="54000" cy="54000"/>
                          </a:xfrm>
                          <a:prstGeom prst="ellipse">
                            <a:avLst/>
                          </a:prstGeom>
                          <a:solidFill>
                            <a:srgbClr val="FF0000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ko-KR" altLang="en-US"/>
                          </a:p>
                        </p:txBody>
                      </p:sp>
                      <p:cxnSp>
                        <p:nvCxnSpPr>
                          <p:cNvPr id="369" name="직선 연결선 368"/>
                          <p:cNvCxnSpPr>
                            <a:stCxn id="370" idx="3"/>
                            <a:endCxn id="361" idx="2"/>
                          </p:cNvCxnSpPr>
                          <p:nvPr/>
                        </p:nvCxnSpPr>
                        <p:spPr>
                          <a:xfrm flipV="1">
                            <a:off x="5932344" y="2804397"/>
                            <a:ext cx="144085" cy="1"/>
                          </a:xfrm>
                          <a:prstGeom prst="line">
                            <a:avLst/>
                          </a:prstGeom>
                          <a:ln w="8890">
                            <a:solidFill>
                              <a:srgbClr val="FF0000"/>
                            </a:solidFill>
                            <a:tailEnd type="non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70" name="TextBox 369"/>
                          <p:cNvSpPr txBox="1"/>
                          <p:nvPr/>
                        </p:nvSpPr>
                        <p:spPr>
                          <a:xfrm>
                            <a:off x="5569744" y="2681287"/>
                            <a:ext cx="362600" cy="246221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r"/>
                            <a:r>
                              <a:rPr lang="en-US" altLang="ko-KR" sz="1000" dirty="0" smtClean="0"/>
                              <a:t>vl4</a:t>
                            </a:r>
                            <a:endParaRPr lang="ko-KR" altLang="en-US" sz="1000" dirty="0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45" name="그룹 527"/>
                    <p:cNvGrpSpPr/>
                    <p:nvPr/>
                  </p:nvGrpSpPr>
                  <p:grpSpPr>
                    <a:xfrm>
                      <a:off x="5313720" y="1358121"/>
                      <a:ext cx="1594975" cy="251148"/>
                      <a:chOff x="5313720" y="1358121"/>
                      <a:chExt cx="1594975" cy="251148"/>
                    </a:xfrm>
                  </p:grpSpPr>
                  <p:cxnSp>
                    <p:nvCxnSpPr>
                      <p:cNvPr id="34" name="직선 연결선 33"/>
                      <p:cNvCxnSpPr>
                        <a:endCxn id="75" idx="1"/>
                      </p:cNvCxnSpPr>
                      <p:nvPr/>
                    </p:nvCxnSpPr>
                    <p:spPr>
                      <a:xfrm>
                        <a:off x="6107638" y="1358121"/>
                        <a:ext cx="475327" cy="143426"/>
                      </a:xfrm>
                      <a:prstGeom prst="line">
                        <a:avLst/>
                      </a:prstGeom>
                      <a:ln w="8890">
                        <a:solidFill>
                          <a:srgbClr val="FF0000"/>
                        </a:solidFill>
                        <a:tailEnd type="non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44" name="타원 243"/>
                      <p:cNvSpPr/>
                      <p:nvPr/>
                    </p:nvSpPr>
                    <p:spPr>
                      <a:xfrm>
                        <a:off x="6085429" y="1403947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cxnSp>
                    <p:nvCxnSpPr>
                      <p:cNvPr id="247" name="직선 연결선 246"/>
                      <p:cNvCxnSpPr>
                        <a:stCxn id="251" idx="3"/>
                      </p:cNvCxnSpPr>
                      <p:nvPr/>
                    </p:nvCxnSpPr>
                    <p:spPr>
                      <a:xfrm flipV="1">
                        <a:off x="5639450" y="1419570"/>
                        <a:ext cx="457815" cy="77218"/>
                      </a:xfrm>
                      <a:prstGeom prst="line">
                        <a:avLst/>
                      </a:prstGeom>
                      <a:ln w="8890">
                        <a:solidFill>
                          <a:srgbClr val="FF0000"/>
                        </a:solidFill>
                        <a:tailEnd type="non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51" name="TextBox 250"/>
                      <p:cNvSpPr txBox="1"/>
                      <p:nvPr/>
                    </p:nvSpPr>
                    <p:spPr>
                      <a:xfrm>
                        <a:off x="5313720" y="1389066"/>
                        <a:ext cx="325730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r"/>
                        <a:r>
                          <a:rPr lang="en-US" altLang="ko-KR" sz="800" smtClean="0"/>
                          <a:t>vt2</a:t>
                        </a:r>
                        <a:endParaRPr lang="ko-KR" altLang="en-US" sz="800" dirty="0"/>
                      </a:p>
                    </p:txBody>
                  </p:sp>
                  <p:sp>
                    <p:nvSpPr>
                      <p:cNvPr id="75" name="TextBox 74"/>
                      <p:cNvSpPr txBox="1"/>
                      <p:nvPr/>
                    </p:nvSpPr>
                    <p:spPr>
                      <a:xfrm>
                        <a:off x="6582965" y="1393825"/>
                        <a:ext cx="325730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800" dirty="0" smtClean="0"/>
                          <a:t>vt1</a:t>
                        </a:r>
                        <a:endParaRPr lang="ko-KR" altLang="en-US" sz="800" dirty="0"/>
                      </a:p>
                    </p:txBody>
                  </p:sp>
                </p:grp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54449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B9BD5">
            <a:alpha val="45882"/>
          </a:srgb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8890">
          <a:solidFill>
            <a:srgbClr val="FF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697</Words>
  <Application>Microsoft Office PowerPoint</Application>
  <PresentationFormat>와이드스크린</PresentationFormat>
  <Paragraphs>419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DONGGUK 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 1</dc:title>
  <dc:creator>USER</dc:creator>
  <cp:lastModifiedBy>user</cp:lastModifiedBy>
  <cp:revision>100</cp:revision>
  <dcterms:created xsi:type="dcterms:W3CDTF">2017-04-13T12:09:52Z</dcterms:created>
  <dcterms:modified xsi:type="dcterms:W3CDTF">2020-07-03T14:29:47Z</dcterms:modified>
</cp:coreProperties>
</file>